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6"/>
  </p:notesMasterIdLst>
  <p:handoutMasterIdLst>
    <p:handoutMasterId r:id="rId37"/>
  </p:handoutMasterIdLst>
  <p:sldIdLst>
    <p:sldId id="257" r:id="rId2"/>
    <p:sldId id="260" r:id="rId3"/>
    <p:sldId id="259" r:id="rId4"/>
    <p:sldId id="261" r:id="rId5"/>
    <p:sldId id="262" r:id="rId6"/>
    <p:sldId id="263" r:id="rId7"/>
    <p:sldId id="264" r:id="rId8"/>
    <p:sldId id="265" r:id="rId9"/>
    <p:sldId id="266" r:id="rId10"/>
    <p:sldId id="267" r:id="rId11"/>
    <p:sldId id="278" r:id="rId12"/>
    <p:sldId id="279" r:id="rId13"/>
    <p:sldId id="280" r:id="rId14"/>
    <p:sldId id="281" r:id="rId15"/>
    <p:sldId id="268" r:id="rId16"/>
    <p:sldId id="269" r:id="rId17"/>
    <p:sldId id="270" r:id="rId18"/>
    <p:sldId id="271" r:id="rId19"/>
    <p:sldId id="272" r:id="rId20"/>
    <p:sldId id="273" r:id="rId21"/>
    <p:sldId id="274" r:id="rId22"/>
    <p:sldId id="275" r:id="rId23"/>
    <p:sldId id="276" r:id="rId24"/>
    <p:sldId id="277" r:id="rId25"/>
    <p:sldId id="282" r:id="rId26"/>
    <p:sldId id="283" r:id="rId27"/>
    <p:sldId id="284" r:id="rId28"/>
    <p:sldId id="285" r:id="rId29"/>
    <p:sldId id="286" r:id="rId30"/>
    <p:sldId id="287" r:id="rId31"/>
    <p:sldId id="288" r:id="rId32"/>
    <p:sldId id="289" r:id="rId33"/>
    <p:sldId id="290" r:id="rId34"/>
    <p:sldId id="291" r:id="rId35"/>
  </p:sldIdLst>
  <p:sldSz cx="12192000" cy="6858000"/>
  <p:notesSz cx="6858000" cy="9144000"/>
  <p:defaultTextStyle>
    <a:defPPr rtl="0">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9911" autoAdjust="0"/>
  </p:normalViewPr>
  <p:slideViewPr>
    <p:cSldViewPr snapToGrid="0">
      <p:cViewPr varScale="1">
        <p:scale>
          <a:sx n="87" d="100"/>
          <a:sy n="87" d="100"/>
        </p:scale>
        <p:origin x="480" y="58"/>
      </p:cViewPr>
      <p:guideLst>
        <p:guide orient="horz" pos="2160"/>
        <p:guide pos="3840"/>
        <p:guide pos="7296"/>
        <p:guide orient="horz" pos="4128"/>
      </p:guideLst>
    </p:cSldViewPr>
  </p:slideViewPr>
  <p:notesTextViewPr>
    <p:cViewPr>
      <p:scale>
        <a:sx n="3" d="2"/>
        <a:sy n="3" d="2"/>
      </p:scale>
      <p:origin x="0" y="0"/>
    </p:cViewPr>
  </p:notesTextViewPr>
  <p:notesViewPr>
    <p:cSldViewPr snapToGrid="0" showGuides="1">
      <p:cViewPr varScale="1">
        <p:scale>
          <a:sx n="93" d="100"/>
          <a:sy n="93" d="100"/>
        </p:scale>
        <p:origin x="2874"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1FC8FC1-A1A8-42CB-96AC-83684F0DF578}" type="datetime1">
              <a:rPr lang="tr-TR" smtClean="0"/>
              <a:t>8.10.2024</a:t>
            </a:fld>
            <a:endParaRPr lang="tr-TR" dirty="0"/>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4E50CC-F33A-4EF4-9F12-93EC4A21A0CF}" type="slidenum">
              <a:rPr lang="tr-TR" smtClean="0"/>
              <a:t>‹#›</a:t>
            </a:fld>
            <a:endParaRPr lang="tr-TR" dirty="0"/>
          </a:p>
        </p:txBody>
      </p:sp>
    </p:spTree>
    <p:extLst>
      <p:ext uri="{BB962C8B-B14F-4D97-AF65-F5344CB8AC3E}">
        <p14:creationId xmlns:p14="http://schemas.microsoft.com/office/powerpoint/2010/main" val="1323295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653A-FB33-4975-A611-5D53C5C337D6}" type="datetime1">
              <a:rPr lang="tr-TR" smtClean="0"/>
              <a:pPr/>
              <a:t>8.10.2024</a:t>
            </a:fld>
            <a:endParaRPr lang="tr-TR"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2674CE4-FBD8-4481-AEFB-CA53E599A745}" type="slidenum">
              <a:rPr lang="tr-TR" noProof="0" smtClean="0"/>
              <a:t>‹#›</a:t>
            </a:fld>
            <a:endParaRPr lang="tr-TR" noProof="0" dirty="0"/>
          </a:p>
        </p:txBody>
      </p:sp>
    </p:spTree>
    <p:extLst>
      <p:ext uri="{BB962C8B-B14F-4D97-AF65-F5344CB8AC3E}">
        <p14:creationId xmlns:p14="http://schemas.microsoft.com/office/powerpoint/2010/main" val="1273268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32674CE4-FBD8-4481-AEFB-CA53E599A745}" type="slidenum">
              <a:rPr lang="tr-TR" smtClean="0"/>
              <a:t>1</a:t>
            </a:fld>
            <a:endParaRPr lang="tr-TR" dirty="0"/>
          </a:p>
        </p:txBody>
      </p:sp>
    </p:spTree>
    <p:extLst>
      <p:ext uri="{BB962C8B-B14F-4D97-AF65-F5344CB8AC3E}">
        <p14:creationId xmlns:p14="http://schemas.microsoft.com/office/powerpoint/2010/main" val="2147974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a:t>
            </a:fld>
            <a:endParaRPr lang="tr-TR" dirty="0"/>
          </a:p>
        </p:txBody>
      </p:sp>
    </p:spTree>
    <p:extLst>
      <p:ext uri="{BB962C8B-B14F-4D97-AF65-F5344CB8AC3E}">
        <p14:creationId xmlns:p14="http://schemas.microsoft.com/office/powerpoint/2010/main" val="1963769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a:t>
            </a:fld>
            <a:endParaRPr lang="tr-TR" dirty="0"/>
          </a:p>
        </p:txBody>
      </p:sp>
    </p:spTree>
    <p:extLst>
      <p:ext uri="{BB962C8B-B14F-4D97-AF65-F5344CB8AC3E}">
        <p14:creationId xmlns:p14="http://schemas.microsoft.com/office/powerpoint/2010/main" val="586658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4</a:t>
            </a:fld>
            <a:endParaRPr lang="tr-TR" dirty="0"/>
          </a:p>
        </p:txBody>
      </p:sp>
    </p:spTree>
    <p:extLst>
      <p:ext uri="{BB962C8B-B14F-4D97-AF65-F5344CB8AC3E}">
        <p14:creationId xmlns:p14="http://schemas.microsoft.com/office/powerpoint/2010/main" val="2072667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5</a:t>
            </a:fld>
            <a:endParaRPr lang="tr-TR" dirty="0"/>
          </a:p>
        </p:txBody>
      </p:sp>
    </p:spTree>
    <p:extLst>
      <p:ext uri="{BB962C8B-B14F-4D97-AF65-F5344CB8AC3E}">
        <p14:creationId xmlns:p14="http://schemas.microsoft.com/office/powerpoint/2010/main" val="246353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6</a:t>
            </a:fld>
            <a:endParaRPr lang="tr-TR" dirty="0"/>
          </a:p>
        </p:txBody>
      </p:sp>
    </p:spTree>
    <p:extLst>
      <p:ext uri="{BB962C8B-B14F-4D97-AF65-F5344CB8AC3E}">
        <p14:creationId xmlns:p14="http://schemas.microsoft.com/office/powerpoint/2010/main" val="2619529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7</a:t>
            </a:fld>
            <a:endParaRPr lang="tr-TR" dirty="0"/>
          </a:p>
        </p:txBody>
      </p:sp>
    </p:spTree>
    <p:extLst>
      <p:ext uri="{BB962C8B-B14F-4D97-AF65-F5344CB8AC3E}">
        <p14:creationId xmlns:p14="http://schemas.microsoft.com/office/powerpoint/2010/main" val="934659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8</a:t>
            </a:fld>
            <a:endParaRPr lang="tr-TR" dirty="0"/>
          </a:p>
        </p:txBody>
      </p:sp>
    </p:spTree>
    <p:extLst>
      <p:ext uri="{BB962C8B-B14F-4D97-AF65-F5344CB8AC3E}">
        <p14:creationId xmlns:p14="http://schemas.microsoft.com/office/powerpoint/2010/main" val="2447773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9</a:t>
            </a:fld>
            <a:endParaRPr lang="tr-TR" dirty="0"/>
          </a:p>
        </p:txBody>
      </p:sp>
    </p:spTree>
    <p:extLst>
      <p:ext uri="{BB962C8B-B14F-4D97-AF65-F5344CB8AC3E}">
        <p14:creationId xmlns:p14="http://schemas.microsoft.com/office/powerpoint/2010/main" val="37167196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10</a:t>
            </a:fld>
            <a:endParaRPr lang="tr-TR" dirty="0"/>
          </a:p>
        </p:txBody>
      </p:sp>
    </p:spTree>
    <p:extLst>
      <p:ext uri="{BB962C8B-B14F-4D97-AF65-F5344CB8AC3E}">
        <p14:creationId xmlns:p14="http://schemas.microsoft.com/office/powerpoint/2010/main" val="7848104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11</a:t>
            </a:fld>
            <a:endParaRPr lang="tr-TR" dirty="0"/>
          </a:p>
        </p:txBody>
      </p:sp>
    </p:spTree>
    <p:extLst>
      <p:ext uri="{BB962C8B-B14F-4D97-AF65-F5344CB8AC3E}">
        <p14:creationId xmlns:p14="http://schemas.microsoft.com/office/powerpoint/2010/main" val="1262837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12</a:t>
            </a:fld>
            <a:endParaRPr lang="tr-TR" dirty="0"/>
          </a:p>
        </p:txBody>
      </p:sp>
    </p:spTree>
    <p:extLst>
      <p:ext uri="{BB962C8B-B14F-4D97-AF65-F5344CB8AC3E}">
        <p14:creationId xmlns:p14="http://schemas.microsoft.com/office/powerpoint/2010/main" val="928329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13</a:t>
            </a:fld>
            <a:endParaRPr lang="tr-TR" dirty="0"/>
          </a:p>
        </p:txBody>
      </p:sp>
    </p:spTree>
    <p:extLst>
      <p:ext uri="{BB962C8B-B14F-4D97-AF65-F5344CB8AC3E}">
        <p14:creationId xmlns:p14="http://schemas.microsoft.com/office/powerpoint/2010/main" val="3719767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14</a:t>
            </a:fld>
            <a:endParaRPr lang="tr-TR" dirty="0"/>
          </a:p>
        </p:txBody>
      </p:sp>
    </p:spTree>
    <p:extLst>
      <p:ext uri="{BB962C8B-B14F-4D97-AF65-F5344CB8AC3E}">
        <p14:creationId xmlns:p14="http://schemas.microsoft.com/office/powerpoint/2010/main" val="14168562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15</a:t>
            </a:fld>
            <a:endParaRPr lang="tr-TR" dirty="0"/>
          </a:p>
        </p:txBody>
      </p:sp>
    </p:spTree>
    <p:extLst>
      <p:ext uri="{BB962C8B-B14F-4D97-AF65-F5344CB8AC3E}">
        <p14:creationId xmlns:p14="http://schemas.microsoft.com/office/powerpoint/2010/main" val="28583545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16</a:t>
            </a:fld>
            <a:endParaRPr lang="tr-TR" dirty="0"/>
          </a:p>
        </p:txBody>
      </p:sp>
    </p:spTree>
    <p:extLst>
      <p:ext uri="{BB962C8B-B14F-4D97-AF65-F5344CB8AC3E}">
        <p14:creationId xmlns:p14="http://schemas.microsoft.com/office/powerpoint/2010/main" val="3422466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17</a:t>
            </a:fld>
            <a:endParaRPr lang="tr-TR" dirty="0"/>
          </a:p>
        </p:txBody>
      </p:sp>
    </p:spTree>
    <p:extLst>
      <p:ext uri="{BB962C8B-B14F-4D97-AF65-F5344CB8AC3E}">
        <p14:creationId xmlns:p14="http://schemas.microsoft.com/office/powerpoint/2010/main" val="41956482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18</a:t>
            </a:fld>
            <a:endParaRPr lang="tr-TR" dirty="0"/>
          </a:p>
        </p:txBody>
      </p:sp>
    </p:spTree>
    <p:extLst>
      <p:ext uri="{BB962C8B-B14F-4D97-AF65-F5344CB8AC3E}">
        <p14:creationId xmlns:p14="http://schemas.microsoft.com/office/powerpoint/2010/main" val="39421856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19</a:t>
            </a:fld>
            <a:endParaRPr lang="tr-TR" dirty="0"/>
          </a:p>
        </p:txBody>
      </p:sp>
    </p:spTree>
    <p:extLst>
      <p:ext uri="{BB962C8B-B14F-4D97-AF65-F5344CB8AC3E}">
        <p14:creationId xmlns:p14="http://schemas.microsoft.com/office/powerpoint/2010/main" val="30897103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20</a:t>
            </a:fld>
            <a:endParaRPr lang="tr-TR" dirty="0"/>
          </a:p>
        </p:txBody>
      </p:sp>
    </p:spTree>
    <p:extLst>
      <p:ext uri="{BB962C8B-B14F-4D97-AF65-F5344CB8AC3E}">
        <p14:creationId xmlns:p14="http://schemas.microsoft.com/office/powerpoint/2010/main" val="23769245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21</a:t>
            </a:fld>
            <a:endParaRPr lang="tr-TR" dirty="0"/>
          </a:p>
        </p:txBody>
      </p:sp>
    </p:spTree>
    <p:extLst>
      <p:ext uri="{BB962C8B-B14F-4D97-AF65-F5344CB8AC3E}">
        <p14:creationId xmlns:p14="http://schemas.microsoft.com/office/powerpoint/2010/main" val="29042132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22</a:t>
            </a:fld>
            <a:endParaRPr lang="tr-TR" dirty="0"/>
          </a:p>
        </p:txBody>
      </p:sp>
    </p:spTree>
    <p:extLst>
      <p:ext uri="{BB962C8B-B14F-4D97-AF65-F5344CB8AC3E}">
        <p14:creationId xmlns:p14="http://schemas.microsoft.com/office/powerpoint/2010/main" val="6048011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23</a:t>
            </a:fld>
            <a:endParaRPr lang="tr-TR" dirty="0"/>
          </a:p>
        </p:txBody>
      </p:sp>
    </p:spTree>
    <p:extLst>
      <p:ext uri="{BB962C8B-B14F-4D97-AF65-F5344CB8AC3E}">
        <p14:creationId xmlns:p14="http://schemas.microsoft.com/office/powerpoint/2010/main" val="24263535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24</a:t>
            </a:fld>
            <a:endParaRPr lang="tr-TR" dirty="0"/>
          </a:p>
        </p:txBody>
      </p:sp>
    </p:spTree>
    <p:extLst>
      <p:ext uri="{BB962C8B-B14F-4D97-AF65-F5344CB8AC3E}">
        <p14:creationId xmlns:p14="http://schemas.microsoft.com/office/powerpoint/2010/main" val="15164385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25</a:t>
            </a:fld>
            <a:endParaRPr lang="tr-TR" dirty="0"/>
          </a:p>
        </p:txBody>
      </p:sp>
    </p:spTree>
    <p:extLst>
      <p:ext uri="{BB962C8B-B14F-4D97-AF65-F5344CB8AC3E}">
        <p14:creationId xmlns:p14="http://schemas.microsoft.com/office/powerpoint/2010/main" val="37211128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26</a:t>
            </a:fld>
            <a:endParaRPr lang="tr-TR" dirty="0"/>
          </a:p>
        </p:txBody>
      </p:sp>
    </p:spTree>
    <p:extLst>
      <p:ext uri="{BB962C8B-B14F-4D97-AF65-F5344CB8AC3E}">
        <p14:creationId xmlns:p14="http://schemas.microsoft.com/office/powerpoint/2010/main" val="14451220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27</a:t>
            </a:fld>
            <a:endParaRPr lang="tr-TR" dirty="0"/>
          </a:p>
        </p:txBody>
      </p:sp>
    </p:spTree>
    <p:extLst>
      <p:ext uri="{BB962C8B-B14F-4D97-AF65-F5344CB8AC3E}">
        <p14:creationId xmlns:p14="http://schemas.microsoft.com/office/powerpoint/2010/main" val="36362907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28</a:t>
            </a:fld>
            <a:endParaRPr lang="tr-TR" dirty="0"/>
          </a:p>
        </p:txBody>
      </p:sp>
    </p:spTree>
    <p:extLst>
      <p:ext uri="{BB962C8B-B14F-4D97-AF65-F5344CB8AC3E}">
        <p14:creationId xmlns:p14="http://schemas.microsoft.com/office/powerpoint/2010/main" val="20657726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29</a:t>
            </a:fld>
            <a:endParaRPr lang="tr-TR" dirty="0"/>
          </a:p>
        </p:txBody>
      </p:sp>
    </p:spTree>
    <p:extLst>
      <p:ext uri="{BB962C8B-B14F-4D97-AF65-F5344CB8AC3E}">
        <p14:creationId xmlns:p14="http://schemas.microsoft.com/office/powerpoint/2010/main" val="17167006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30</a:t>
            </a:fld>
            <a:endParaRPr lang="tr-TR" dirty="0"/>
          </a:p>
        </p:txBody>
      </p:sp>
    </p:spTree>
    <p:extLst>
      <p:ext uri="{BB962C8B-B14F-4D97-AF65-F5344CB8AC3E}">
        <p14:creationId xmlns:p14="http://schemas.microsoft.com/office/powerpoint/2010/main" val="5740451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31</a:t>
            </a:fld>
            <a:endParaRPr lang="tr-TR" dirty="0"/>
          </a:p>
        </p:txBody>
      </p:sp>
    </p:spTree>
    <p:extLst>
      <p:ext uri="{BB962C8B-B14F-4D97-AF65-F5344CB8AC3E}">
        <p14:creationId xmlns:p14="http://schemas.microsoft.com/office/powerpoint/2010/main" val="41438563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32</a:t>
            </a:fld>
            <a:endParaRPr lang="tr-TR" dirty="0"/>
          </a:p>
        </p:txBody>
      </p:sp>
    </p:spTree>
    <p:extLst>
      <p:ext uri="{BB962C8B-B14F-4D97-AF65-F5344CB8AC3E}">
        <p14:creationId xmlns:p14="http://schemas.microsoft.com/office/powerpoint/2010/main" val="32200620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33</a:t>
            </a:fld>
            <a:endParaRPr lang="tr-TR" dirty="0"/>
          </a:p>
        </p:txBody>
      </p:sp>
    </p:spTree>
    <p:extLst>
      <p:ext uri="{BB962C8B-B14F-4D97-AF65-F5344CB8AC3E}">
        <p14:creationId xmlns:p14="http://schemas.microsoft.com/office/powerpoint/2010/main" val="4725603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34</a:t>
            </a:fld>
            <a:endParaRPr lang="tr-TR" dirty="0"/>
          </a:p>
        </p:txBody>
      </p:sp>
    </p:spTree>
    <p:extLst>
      <p:ext uri="{BB962C8B-B14F-4D97-AF65-F5344CB8AC3E}">
        <p14:creationId xmlns:p14="http://schemas.microsoft.com/office/powerpoint/2010/main" val="1195546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9" name="Dikdörtgen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3" name="Dikdörtgen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4" name="Dikdörtgen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5" name="Dikdörtgen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6" name="Dikdörtgen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7" name="Dikdörtgen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0" name="Yuvarlatılmış Dikdörtgen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1" name="Yuvarlatılmış Dikdörtgen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7" name="Dikdörtgen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0" name="Dikdörtgen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1" name="Dikdörtgen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8" name="Başlık 7"/>
          <p:cNvSpPr>
            <a:spLocks noGrp="1"/>
          </p:cNvSpPr>
          <p:nvPr>
            <p:ph type="ctrTitle"/>
          </p:nvPr>
        </p:nvSpPr>
        <p:spPr>
          <a:xfrm>
            <a:off x="609600" y="2389009"/>
            <a:ext cx="11277600" cy="1470025"/>
          </a:xfrm>
        </p:spPr>
        <p:txBody>
          <a:bodyPr rtlCol="0" anchor="b"/>
          <a:lstStyle>
            <a:lvl1pPr>
              <a:defRPr sz="4400">
                <a:solidFill>
                  <a:schemeClr val="bg1"/>
                </a:solidFill>
              </a:defRPr>
            </a:lvl1pPr>
          </a:lstStyle>
          <a:p>
            <a:pPr rtl="0"/>
            <a:r>
              <a:rPr lang="tr-TR" noProof="0" smtClean="0"/>
              <a:t>Asıl başlık stili için tıklatın</a:t>
            </a:r>
            <a:endParaRPr lang="tr-TR" noProof="0" dirty="0"/>
          </a:p>
        </p:txBody>
      </p:sp>
      <p:sp>
        <p:nvSpPr>
          <p:cNvPr id="9" name="Alt Başlık 8"/>
          <p:cNvSpPr>
            <a:spLocks noGrp="1"/>
          </p:cNvSpPr>
          <p:nvPr>
            <p:ph type="subTitle" idx="1"/>
          </p:nvPr>
        </p:nvSpPr>
        <p:spPr>
          <a:xfrm>
            <a:off x="609600" y="3899938"/>
            <a:ext cx="6604000" cy="1752600"/>
          </a:xfrm>
        </p:spPr>
        <p:txBody>
          <a:bodyPr rtlCol="0"/>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tr-TR" noProof="0" smtClean="0"/>
              <a:t>Asıl alt başlık stilini düzenlemek için tıklayın</a:t>
            </a:r>
            <a:endParaRPr lang="tr-TR" noProof="0" dirty="0"/>
          </a:p>
        </p:txBody>
      </p:sp>
      <p:sp>
        <p:nvSpPr>
          <p:cNvPr id="17" name="Alt Bilgi Yer Tutucusu 16"/>
          <p:cNvSpPr>
            <a:spLocks noGrp="1"/>
          </p:cNvSpPr>
          <p:nvPr>
            <p:ph type="ftr" sz="quarter" idx="11"/>
          </p:nvPr>
        </p:nvSpPr>
        <p:spPr>
          <a:xfrm>
            <a:off x="7265116" y="4205288"/>
            <a:ext cx="1727200" cy="457200"/>
          </a:xfrm>
        </p:spPr>
        <p:txBody>
          <a:bodyPr rtlCol="0"/>
          <a:lstStyle>
            <a:lvl1pPr>
              <a:defRPr>
                <a:solidFill>
                  <a:schemeClr val="accent2">
                    <a:lumMod val="75000"/>
                  </a:schemeClr>
                </a:solidFill>
              </a:defRPr>
            </a:lvl1pPr>
          </a:lstStyle>
          <a:p>
            <a:pPr rtl="0"/>
            <a:r>
              <a:rPr lang="tr-TR" noProof="0" dirty="0"/>
              <a:t>Alt bilgi ekleme</a:t>
            </a:r>
          </a:p>
        </p:txBody>
      </p:sp>
      <p:sp>
        <p:nvSpPr>
          <p:cNvPr id="28" name="Tarih Yer Tutucusu 27"/>
          <p:cNvSpPr>
            <a:spLocks noGrp="1"/>
          </p:cNvSpPr>
          <p:nvPr>
            <p:ph type="dt" sz="half" idx="10"/>
          </p:nvPr>
        </p:nvSpPr>
        <p:spPr>
          <a:xfrm>
            <a:off x="9043832" y="4206240"/>
            <a:ext cx="1280160" cy="457200"/>
          </a:xfrm>
        </p:spPr>
        <p:txBody>
          <a:bodyPr rtlCol="0"/>
          <a:lstStyle>
            <a:lvl1pPr>
              <a:defRPr>
                <a:solidFill>
                  <a:schemeClr val="accent2">
                    <a:lumMod val="75000"/>
                  </a:schemeClr>
                </a:solidFill>
              </a:defRPr>
            </a:lvl1pPr>
          </a:lstStyle>
          <a:p>
            <a:fld id="{E8609038-EC1C-40A6-91EB-4A3D73CE9547}" type="datetime1">
              <a:rPr lang="tr-TR" smtClean="0"/>
              <a:pPr/>
              <a:t>8.10.2024</a:t>
            </a:fld>
            <a:endParaRPr lang="tr-TR" dirty="0"/>
          </a:p>
        </p:txBody>
      </p:sp>
      <p:sp>
        <p:nvSpPr>
          <p:cNvPr id="29" name="Slayt Numarası Yer Tutucusu 28"/>
          <p:cNvSpPr>
            <a:spLocks noGrp="1"/>
          </p:cNvSpPr>
          <p:nvPr>
            <p:ph type="sldNum" sz="quarter" idx="12"/>
          </p:nvPr>
        </p:nvSpPr>
        <p:spPr>
          <a:xfrm>
            <a:off x="11093451" y="1136"/>
            <a:ext cx="996949" cy="365760"/>
          </a:xfrm>
        </p:spPr>
        <p:txBody>
          <a:bodyPr rtlCol="0"/>
          <a:lstStyle>
            <a:lvl1pPr algn="r">
              <a:defRPr sz="1800">
                <a:solidFill>
                  <a:schemeClr val="bg1"/>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60115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smtClean="0"/>
              <a:t>Asıl başlık stili için tıklatın</a:t>
            </a:r>
            <a:endParaRPr lang="tr-TR" noProof="0" dirty="0"/>
          </a:p>
        </p:txBody>
      </p:sp>
      <p:sp>
        <p:nvSpPr>
          <p:cNvPr id="3" name="İçerik Yer Tutucusu 2"/>
          <p:cNvSpPr>
            <a:spLocks noGrp="1"/>
          </p:cNvSpPr>
          <p:nvPr>
            <p:ph idx="1"/>
          </p:nvPr>
        </p:nvSpPr>
        <p:spPr/>
        <p:txBody>
          <a:bodyPr rtlCol="0"/>
          <a:lstStyle>
            <a:lvl1pPr>
              <a:defRPr/>
            </a:lvl1pPr>
            <a:lvl5pPr>
              <a:defRPr/>
            </a:lvl5pPr>
            <a:lvl6pPr>
              <a:defRPr/>
            </a:lvl6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6610F96-FFD0-4BC1-86F0-D957A2A4B8C7}" type="datetime1">
              <a:rPr lang="tr-TR" smtClean="0"/>
              <a:pPr/>
              <a:t>8.10.2024</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594303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p:cNvSpPr>
            <a:spLocks noGrp="1"/>
          </p:cNvSpPr>
          <p:nvPr>
            <p:ph type="title"/>
          </p:nvPr>
        </p:nvSpPr>
        <p:spPr>
          <a:xfrm>
            <a:off x="963084" y="1968322"/>
            <a:ext cx="10363200" cy="1362075"/>
          </a:xfrm>
        </p:spPr>
        <p:txBody>
          <a:bodyPr rtlCol="0"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pPr rtl="0"/>
            <a:r>
              <a:rPr lang="tr-TR" noProof="0" smtClean="0"/>
              <a:t>Asıl başlık stili için tıklatın</a:t>
            </a:r>
            <a:endParaRPr kumimoji="0" lang="tr-TR" noProof="0" dirty="0"/>
          </a:p>
        </p:txBody>
      </p:sp>
      <p:sp>
        <p:nvSpPr>
          <p:cNvPr id="3" name="Metin Yer Tutucusu 2"/>
          <p:cNvSpPr>
            <a:spLocks noGrp="1"/>
          </p:cNvSpPr>
          <p:nvPr>
            <p:ph type="body" idx="1"/>
          </p:nvPr>
        </p:nvSpPr>
        <p:spPr>
          <a:xfrm>
            <a:off x="963084" y="3367088"/>
            <a:ext cx="10363200" cy="1509712"/>
          </a:xfrm>
        </p:spPr>
        <p:txBody>
          <a:bodyPr rtlCol="0"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tr-TR" noProof="0" smtClean="0"/>
              <a:t>Asıl metin stillerini düzenle</a:t>
            </a:r>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FF56EF26-BBDF-4885-BB66-53FDFCADA69E}" type="datetime1">
              <a:rPr lang="tr-TR" smtClean="0"/>
              <a:pPr/>
              <a:t>8.10.2024</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70512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smtClean="0"/>
              <a:t>Asıl başlık stili için tıklatın</a:t>
            </a:r>
            <a:endParaRPr lang="tr-TR" noProof="0" dirty="0"/>
          </a:p>
        </p:txBody>
      </p:sp>
      <p:sp>
        <p:nvSpPr>
          <p:cNvPr id="3" name="İçerik Yer Tutucusu 2"/>
          <p:cNvSpPr>
            <a:spLocks noGrp="1"/>
          </p:cNvSpPr>
          <p:nvPr>
            <p:ph sz="half" idx="1"/>
          </p:nvPr>
        </p:nvSpPr>
        <p:spPr>
          <a:xfrm>
            <a:off x="609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4" name="İçerik Yer Tutucusu 3"/>
          <p:cNvSpPr>
            <a:spLocks noGrp="1"/>
          </p:cNvSpPr>
          <p:nvPr>
            <p:ph sz="half" idx="2"/>
          </p:nvPr>
        </p:nvSpPr>
        <p:spPr>
          <a:xfrm>
            <a:off x="6197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A84B813B-74D5-4B4F-94CB-6CD8395E9845}" type="datetime1">
              <a:rPr lang="tr-TR" smtClean="0"/>
              <a:pPr/>
              <a:t>8.10.2024</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4644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508000" y="1143000"/>
            <a:ext cx="11176000" cy="1069848"/>
          </a:xfrm>
        </p:spPr>
        <p:txBody>
          <a:bodyPr rtlCol="0" anchor="ctr"/>
          <a:lstStyle>
            <a:lvl1pPr>
              <a:defRPr sz="4000" b="0" i="0" cap="none" baseline="0"/>
            </a:lvl1pPr>
          </a:lstStyle>
          <a:p>
            <a:pPr rtl="0"/>
            <a:r>
              <a:rPr lang="tr-TR" noProof="0" smtClean="0"/>
              <a:t>Asıl başlık stili için tıklatın</a:t>
            </a:r>
            <a:endParaRPr lang="tr-TR" noProof="0" dirty="0"/>
          </a:p>
        </p:txBody>
      </p:sp>
      <p:sp>
        <p:nvSpPr>
          <p:cNvPr id="3" name="Metin Yer Tutucusu 2"/>
          <p:cNvSpPr>
            <a:spLocks noGrp="1"/>
          </p:cNvSpPr>
          <p:nvPr>
            <p:ph type="body" idx="1"/>
          </p:nvPr>
        </p:nvSpPr>
        <p:spPr>
          <a:xfrm>
            <a:off x="508000" y="2244970"/>
            <a:ext cx="5388864"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smtClean="0"/>
              <a:t>Asıl metin stillerini düzenle</a:t>
            </a:r>
          </a:p>
        </p:txBody>
      </p:sp>
      <p:sp>
        <p:nvSpPr>
          <p:cNvPr id="5" name="İçerik Yer Tutucusu 4"/>
          <p:cNvSpPr>
            <a:spLocks noGrp="1"/>
          </p:cNvSpPr>
          <p:nvPr>
            <p:ph sz="quarter" idx="2"/>
          </p:nvPr>
        </p:nvSpPr>
        <p:spPr>
          <a:xfrm>
            <a:off x="508000" y="2708519"/>
            <a:ext cx="5388864"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4" name="Metin Yer Tutucusu 3"/>
          <p:cNvSpPr>
            <a:spLocks noGrp="1"/>
          </p:cNvSpPr>
          <p:nvPr>
            <p:ph type="body" sz="half" idx="3"/>
          </p:nvPr>
        </p:nvSpPr>
        <p:spPr>
          <a:xfrm>
            <a:off x="6294968" y="2244970"/>
            <a:ext cx="5389033"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smtClean="0"/>
              <a:t>Asıl metin stillerini düzenle</a:t>
            </a:r>
          </a:p>
        </p:txBody>
      </p:sp>
      <p:sp>
        <p:nvSpPr>
          <p:cNvPr id="6" name="İçerik Yer Tutucusu 5"/>
          <p:cNvSpPr>
            <a:spLocks noGrp="1"/>
          </p:cNvSpPr>
          <p:nvPr>
            <p:ph sz="quarter" idx="4"/>
          </p:nvPr>
        </p:nvSpPr>
        <p:spPr>
          <a:xfrm>
            <a:off x="6291073" y="2708519"/>
            <a:ext cx="5389033"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28" name="Alt Bilgi Yer Tutucusu 27"/>
          <p:cNvSpPr>
            <a:spLocks noGrp="1"/>
          </p:cNvSpPr>
          <p:nvPr>
            <p:ph type="ftr" sz="quarter" idx="12"/>
          </p:nvPr>
        </p:nvSpPr>
        <p:spPr/>
        <p:txBody>
          <a:bodyPr rtlCol="0"/>
          <a:lstStyle/>
          <a:p>
            <a:pPr rtl="0"/>
            <a:r>
              <a:rPr lang="tr-TR" noProof="0" dirty="0"/>
              <a:t>Alt bilgi ekleme</a:t>
            </a:r>
          </a:p>
        </p:txBody>
      </p:sp>
      <p:sp>
        <p:nvSpPr>
          <p:cNvPr id="26" name="Tarih Yer Tutucusu 25"/>
          <p:cNvSpPr>
            <a:spLocks noGrp="1"/>
          </p:cNvSpPr>
          <p:nvPr>
            <p:ph type="dt" sz="half" idx="10"/>
          </p:nvPr>
        </p:nvSpPr>
        <p:spPr/>
        <p:txBody>
          <a:bodyPr rtlCol="0"/>
          <a:lstStyle>
            <a:lvl1pPr>
              <a:defRPr/>
            </a:lvl1pPr>
          </a:lstStyle>
          <a:p>
            <a:fld id="{B72EC71D-25AD-4A7C-AB6C-E63D5EDA9366}" type="datetime1">
              <a:rPr lang="tr-TR" smtClean="0"/>
              <a:pPr/>
              <a:t>8.10.2024</a:t>
            </a:fld>
            <a:endParaRPr lang="tr-TR" dirty="0"/>
          </a:p>
        </p:txBody>
      </p:sp>
      <p:sp>
        <p:nvSpPr>
          <p:cNvPr id="27" name="Slayt Numarası Yer Tutucusu 26"/>
          <p:cNvSpPr>
            <a:spLocks noGrp="1"/>
          </p:cNvSpPr>
          <p:nvPr>
            <p:ph type="sldNum" sz="quarter" idx="11"/>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7071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a:xfrm>
            <a:off x="609600" y="1143000"/>
            <a:ext cx="10972800" cy="1069848"/>
          </a:xfrm>
        </p:spPr>
        <p:txBody>
          <a:bodyPr rtlCol="0" anchor="ctr"/>
          <a:lstStyle>
            <a:lvl1pPr>
              <a:defRPr sz="4000">
                <a:solidFill>
                  <a:schemeClr val="tx2"/>
                </a:solidFill>
              </a:defRPr>
            </a:lvl1pPr>
          </a:lstStyle>
          <a:p>
            <a:pPr rtl="0"/>
            <a:r>
              <a:rPr lang="tr-TR" noProof="0" smtClean="0"/>
              <a:t>Asıl başlık stili için tıklatın</a:t>
            </a:r>
            <a:endParaRPr lang="tr-TR" noProof="0" dirty="0"/>
          </a:p>
        </p:txBody>
      </p:sp>
      <p:sp>
        <p:nvSpPr>
          <p:cNvPr id="4" name="Alt Bilgi Yer Tutucusu 3"/>
          <p:cNvSpPr>
            <a:spLocks noGrp="1"/>
          </p:cNvSpPr>
          <p:nvPr>
            <p:ph type="ftr" sz="quarter" idx="11"/>
          </p:nvPr>
        </p:nvSpPr>
        <p:spPr>
          <a:xfrm>
            <a:off x="7010400" y="612648"/>
            <a:ext cx="1767840" cy="457200"/>
          </a:xfrm>
        </p:spPr>
        <p:txBody>
          <a:bodyPr rtlCol="0"/>
          <a:lstStyle/>
          <a:p>
            <a:pPr rtl="0"/>
            <a:r>
              <a:rPr lang="tr-TR" noProof="0" dirty="0"/>
              <a:t>Alt bilgi ekleme</a:t>
            </a:r>
          </a:p>
        </p:txBody>
      </p:sp>
      <p:sp>
        <p:nvSpPr>
          <p:cNvPr id="3" name="Tarih Yer Tutucusu 2"/>
          <p:cNvSpPr>
            <a:spLocks noGrp="1"/>
          </p:cNvSpPr>
          <p:nvPr>
            <p:ph type="dt" sz="half" idx="10"/>
          </p:nvPr>
        </p:nvSpPr>
        <p:spPr>
          <a:xfrm>
            <a:off x="8778240" y="612648"/>
            <a:ext cx="1276352" cy="457200"/>
          </a:xfrm>
        </p:spPr>
        <p:txBody>
          <a:bodyPr rtlCol="0"/>
          <a:lstStyle>
            <a:lvl1pPr>
              <a:defRPr/>
            </a:lvl1pPr>
          </a:lstStyle>
          <a:p>
            <a:fld id="{851036E3-487C-41B5-92E9-47E0F0B9591B}" type="datetime1">
              <a:rPr lang="tr-TR" smtClean="0"/>
              <a:pPr/>
              <a:t>8.10.2024</a:t>
            </a:fld>
            <a:endParaRPr lang="tr-TR" dirty="0"/>
          </a:p>
        </p:txBody>
      </p:sp>
      <p:sp>
        <p:nvSpPr>
          <p:cNvPr id="5" name="Slayt Numarası Yer Tutucusu 4"/>
          <p:cNvSpPr>
            <a:spLocks noGrp="1"/>
          </p:cNvSpPr>
          <p:nvPr>
            <p:ph type="sldNum" sz="quarter" idx="12"/>
          </p:nvPr>
        </p:nvSpPr>
        <p:spPr>
          <a:xfrm>
            <a:off x="10899648" y="2272"/>
            <a:ext cx="1016000" cy="365760"/>
          </a:xfrm>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82195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3" name="Alt Bilgi Yer Tutucusu 2"/>
          <p:cNvSpPr>
            <a:spLocks noGrp="1"/>
          </p:cNvSpPr>
          <p:nvPr>
            <p:ph type="ftr" sz="quarter" idx="11"/>
          </p:nvPr>
        </p:nvSpPr>
        <p:spPr/>
        <p:txBody>
          <a:bodyPr rtlCol="0"/>
          <a:lstStyle/>
          <a:p>
            <a:pPr rtl="0"/>
            <a:r>
              <a:rPr lang="tr-TR" noProof="0" dirty="0"/>
              <a:t>Alt bilgi ekleme</a:t>
            </a:r>
          </a:p>
        </p:txBody>
      </p:sp>
      <p:sp>
        <p:nvSpPr>
          <p:cNvPr id="2" name="Tarih Yer Tutucusu 1"/>
          <p:cNvSpPr>
            <a:spLocks noGrp="1"/>
          </p:cNvSpPr>
          <p:nvPr>
            <p:ph type="dt" sz="half" idx="10"/>
          </p:nvPr>
        </p:nvSpPr>
        <p:spPr/>
        <p:txBody>
          <a:bodyPr rtlCol="0"/>
          <a:lstStyle>
            <a:lvl1pPr>
              <a:defRPr/>
            </a:lvl1pPr>
          </a:lstStyle>
          <a:p>
            <a:fld id="{E7730CD3-31CA-47BB-8FC4-9AA93086A77D}" type="datetime1">
              <a:rPr lang="tr-TR" smtClean="0"/>
              <a:pPr/>
              <a:t>8.10.2024</a:t>
            </a:fld>
            <a:endParaRPr lang="tr-TR" dirty="0"/>
          </a:p>
        </p:txBody>
      </p:sp>
      <p:sp>
        <p:nvSpPr>
          <p:cNvPr id="4" name="Slayt Numarası Yer Tutucusu 3"/>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13569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137995" y="1101970"/>
            <a:ext cx="4511040" cy="877824"/>
          </a:xfrm>
        </p:spPr>
        <p:txBody>
          <a:bodyPr rtlCol="0" anchor="b"/>
          <a:lstStyle>
            <a:lvl1pPr algn="l">
              <a:buNone/>
              <a:defRPr sz="1800" b="1"/>
            </a:lvl1pPr>
          </a:lstStyle>
          <a:p>
            <a:pPr rtl="0"/>
            <a:r>
              <a:rPr lang="tr-TR" noProof="0" dirty="0"/>
              <a:t>Asıl başlık stilini düzenle</a:t>
            </a:r>
          </a:p>
        </p:txBody>
      </p:sp>
      <p:sp>
        <p:nvSpPr>
          <p:cNvPr id="4" name="İçerik Yer Tutucusu 3"/>
          <p:cNvSpPr>
            <a:spLocks noGrp="1"/>
          </p:cNvSpPr>
          <p:nvPr>
            <p:ph sz="half" idx="1"/>
          </p:nvPr>
        </p:nvSpPr>
        <p:spPr>
          <a:xfrm>
            <a:off x="203200" y="776287"/>
            <a:ext cx="6803136" cy="5805083"/>
          </a:xfrm>
        </p:spPr>
        <p:txBody>
          <a:bodyPr rtlCol="0"/>
          <a:lstStyle>
            <a:lvl1pPr>
              <a:defRPr sz="3200"/>
            </a:lvl1pPr>
            <a:lvl2pPr>
              <a:defRPr sz="2800"/>
            </a:lvl2pPr>
            <a:lvl3pPr>
              <a:defRPr sz="2400"/>
            </a:lvl3pPr>
            <a:lvl4pPr>
              <a:defRPr sz="2000"/>
            </a:lvl4pPr>
            <a:lvl5pPr>
              <a:defRPr sz="2000"/>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3" name="Metin Yer Tutucusu 2"/>
          <p:cNvSpPr>
            <a:spLocks noGrp="1"/>
          </p:cNvSpPr>
          <p:nvPr>
            <p:ph type="body" idx="2"/>
          </p:nvPr>
        </p:nvSpPr>
        <p:spPr>
          <a:xfrm>
            <a:off x="7137995" y="2010727"/>
            <a:ext cx="4511040" cy="4580573"/>
          </a:xfrm>
        </p:spPr>
        <p:txBody>
          <a:bodyPr rtlCol="0"/>
          <a:lstStyle>
            <a:lvl1pPr marL="9144" indent="0">
              <a:buNone/>
              <a:defRPr sz="1400"/>
            </a:lvl1pPr>
            <a:lvl2pPr>
              <a:buNone/>
              <a:defRPr sz="1200"/>
            </a:lvl2pPr>
            <a:lvl3pPr>
              <a:buNone/>
              <a:defRPr sz="1000"/>
            </a:lvl3pPr>
            <a:lvl4pPr>
              <a:buNone/>
              <a:defRPr sz="900"/>
            </a:lvl4pPr>
            <a:lvl5pPr>
              <a:buNone/>
              <a:defRPr sz="900"/>
            </a:lvl5pPr>
          </a:lstStyle>
          <a:p>
            <a:pPr lvl="0" rtl="0" eaLnBrk="1" latinLnBrk="0" hangingPunct="1"/>
            <a:r>
              <a:rPr lang="tr-TR" noProof="0" smtClean="0"/>
              <a:t>Asıl metin stillerini düzenle</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90C5B609-EC73-4CF8-A564-D90D0E54FA36}" type="datetime1">
              <a:rPr lang="tr-TR" smtClean="0"/>
              <a:pPr/>
              <a:t>8.10.2024</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49868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7253913" y="1109161"/>
            <a:ext cx="782404" cy="4681637"/>
          </a:xfrm>
        </p:spPr>
        <p:txBody>
          <a:bodyPr vert="vert270" lIns="45720" tIns="0" rIns="45720" rtlCol="0" anchor="t"/>
          <a:lstStyle>
            <a:lvl1pPr algn="ctr">
              <a:buNone/>
              <a:defRPr sz="2000" b="1"/>
            </a:lvl1pPr>
          </a:lstStyle>
          <a:p>
            <a:pPr rtl="0"/>
            <a:r>
              <a:rPr lang="tr-TR" noProof="0" smtClean="0"/>
              <a:t>Asıl başlık stili için tıklatın</a:t>
            </a:r>
            <a:endParaRPr lang="tr-TR" noProof="0" dirty="0"/>
          </a:p>
        </p:txBody>
      </p:sp>
      <p:sp>
        <p:nvSpPr>
          <p:cNvPr id="3" name="Resim Yer Tutucusu 2" descr="Resim eklemek için boş yer tutucu. Yer tutucuya tıklayın ve eklemek istediğiniz resmi seçin"/>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rtlCol="0"/>
          <a:lstStyle>
            <a:lvl1pPr marL="0" indent="0">
              <a:buNone/>
              <a:defRPr sz="3200"/>
            </a:lvl1pPr>
          </a:lstStyle>
          <a:p>
            <a:pPr rtl="0"/>
            <a:r>
              <a:rPr lang="tr-TR" noProof="0" smtClean="0"/>
              <a:t>Resim eklemek için simgeyi tıklatın</a:t>
            </a:r>
            <a:endParaRPr kumimoji="0" lang="tr-TR" noProof="0" dirty="0"/>
          </a:p>
        </p:txBody>
      </p:sp>
      <p:sp>
        <p:nvSpPr>
          <p:cNvPr id="4" name="Metin Yer Tutucusu 3"/>
          <p:cNvSpPr>
            <a:spLocks noGrp="1"/>
          </p:cNvSpPr>
          <p:nvPr>
            <p:ph type="body" sz="half" idx="2"/>
          </p:nvPr>
        </p:nvSpPr>
        <p:spPr>
          <a:xfrm>
            <a:off x="8117924" y="3274309"/>
            <a:ext cx="3454400" cy="2516489"/>
          </a:xfrm>
        </p:spPr>
        <p:txBody>
          <a:bodyPr lIns="0" tIns="0" rIns="45720" rtlCol="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rtl="0" eaLnBrk="1" latinLnBrk="0" hangingPunct="1"/>
            <a:r>
              <a:rPr lang="tr-TR" noProof="0" smtClean="0"/>
              <a:t>Asıl metin stillerini düzenle</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D85D7756-B745-4648-9348-5BA7D8FC560E}" type="datetime1">
              <a:rPr lang="tr-TR" smtClean="0"/>
              <a:pPr/>
              <a:t>8.10.2024</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88361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smtClean="0"/>
              <a:t>Asıl başlık stili için tıklatın</a:t>
            </a:r>
            <a:endParaRPr lang="tr-TR" noProof="0" dirty="0"/>
          </a:p>
        </p:txBody>
      </p:sp>
      <p:sp>
        <p:nvSpPr>
          <p:cNvPr id="3" name="Dikey Metin Yer Tutucusu 2"/>
          <p:cNvSpPr>
            <a:spLocks noGrp="1"/>
          </p:cNvSpPr>
          <p:nvPr>
            <p:ph type="body" orient="vert" idx="1"/>
          </p:nvPr>
        </p:nvSpPr>
        <p:spPr/>
        <p:txBody>
          <a:bodyPr vert="eaVert" rtlCol="0"/>
          <a:lstStyle>
            <a:lvl1pPr>
              <a:defRPr/>
            </a:lvl1pPr>
            <a:lvl5pPr>
              <a:defRPr/>
            </a:lvl5pPr>
          </a:lstStyle>
          <a:p>
            <a:pPr lvl="0" rtl="0" eaLnBrk="1" latinLnBrk="0" hangingPunct="1"/>
            <a:r>
              <a:rPr lang="tr-TR" noProof="0" smtClean="0"/>
              <a:t>Asıl metin stillerini düzenle</a:t>
            </a:r>
          </a:p>
          <a:p>
            <a:pPr lvl="1" rtl="0" eaLnBrk="1" latinLnBrk="0" hangingPunct="1"/>
            <a:r>
              <a:rPr lang="tr-TR" noProof="0" smtClean="0"/>
              <a:t>İkinci düzey</a:t>
            </a:r>
          </a:p>
          <a:p>
            <a:pPr lvl="2" rtl="0" eaLnBrk="1" latinLnBrk="0" hangingPunct="1"/>
            <a:r>
              <a:rPr lang="tr-TR" noProof="0" smtClean="0"/>
              <a:t>Üçüncü düzey</a:t>
            </a:r>
          </a:p>
          <a:p>
            <a:pPr lvl="3" rtl="0" eaLnBrk="1" latinLnBrk="0" hangingPunct="1"/>
            <a:r>
              <a:rPr lang="tr-TR" noProof="0" smtClean="0"/>
              <a:t>Dördüncü düzey</a:t>
            </a:r>
          </a:p>
          <a:p>
            <a:pPr lvl="4" rtl="0" eaLnBrk="1" latinLnBrk="0" hangingPunct="1"/>
            <a:r>
              <a:rPr lang="tr-TR" noProof="0" smtClean="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43DEEBB-C631-4BE4-9EB9-151005B5892D}" type="datetime1">
              <a:rPr lang="tr-TR" smtClean="0"/>
              <a:pPr/>
              <a:t>8.10.2024</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6784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hasCustomPrompt="1"/>
          </p:nvPr>
        </p:nvSpPr>
        <p:spPr>
          <a:xfrm>
            <a:off x="9042400" y="1143000"/>
            <a:ext cx="2540000" cy="5448300"/>
          </a:xfrm>
        </p:spPr>
        <p:txBody>
          <a:bodyPr vert="eaVert" rtlCol="0"/>
          <a:lstStyle>
            <a:lvl1pPr>
              <a:defRPr/>
            </a:lvl1pPr>
          </a:lstStyle>
          <a:p>
            <a:pPr rtl="0"/>
            <a:r>
              <a:rPr lang="tr-TR" noProof="0" dirty="0"/>
              <a:t>Asıl başlık stilini düzenle</a:t>
            </a:r>
          </a:p>
        </p:txBody>
      </p:sp>
      <p:sp>
        <p:nvSpPr>
          <p:cNvPr id="3" name="Dikey Metin Yer Tutucusu 2"/>
          <p:cNvSpPr>
            <a:spLocks noGrp="1"/>
          </p:cNvSpPr>
          <p:nvPr>
            <p:ph type="body" orient="vert" idx="1" hasCustomPrompt="1"/>
          </p:nvPr>
        </p:nvSpPr>
        <p:spPr>
          <a:xfrm>
            <a:off x="609600" y="1143000"/>
            <a:ext cx="8331200" cy="5448300"/>
          </a:xfrm>
        </p:spPr>
        <p:txBody>
          <a:bodyPr vert="eaVert" rtlCol="0"/>
          <a:lstStyle>
            <a:lvl5pPr>
              <a:defRPr/>
            </a:lvl5pPr>
          </a:lstStyle>
          <a:p>
            <a:pPr lvl="0" rtl="0" eaLnBrk="1" latinLnBrk="0" hangingPunct="1"/>
            <a:r>
              <a:rPr lang="tr-TR" noProof="0" dirty="0"/>
              <a:t>Asıl metin stillerini düzenlemek için tıklayın</a:t>
            </a:r>
          </a:p>
          <a:p>
            <a:pPr lvl="1" rtl="0" eaLnBrk="1" latinLnBrk="0" hangingPunct="1"/>
            <a:r>
              <a:rPr lang="tr-TR" noProof="0" dirty="0"/>
              <a:t>İkinci düzey</a:t>
            </a:r>
          </a:p>
          <a:p>
            <a:pPr lvl="2" rtl="0" eaLnBrk="1" latinLnBrk="0" hangingPunct="1"/>
            <a:r>
              <a:rPr lang="tr-TR" noProof="0" dirty="0"/>
              <a:t>Üçüncü düzey</a:t>
            </a:r>
          </a:p>
          <a:p>
            <a:pPr lvl="3" rtl="0" eaLnBrk="1" latinLnBrk="0" hangingPunct="1"/>
            <a:r>
              <a:rPr lang="tr-TR" noProof="0" dirty="0"/>
              <a:t>Dördüncü düzey</a:t>
            </a:r>
          </a:p>
          <a:p>
            <a:pPr lvl="4" rtl="0" eaLnBrk="1" latinLnBrk="0" hangingPunct="1"/>
            <a:r>
              <a:rPr lang="tr-TR" noProof="0" dirty="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C76B82DB-6D5C-486A-98D3-E008B7673553}" type="datetime1">
              <a:rPr lang="tr-TR" smtClean="0"/>
              <a:pPr/>
              <a:t>8.10.2024</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97808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Dikdörtgen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9" name="Dikdörtgen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0" name="Dikdörtgen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1" name="Dikdörtgen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2" name="Dikdörtgen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3" name="Yuvarlatılmış Dikdörtgen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4" name="Yuvarlatılmış Dikdörtgen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5" name="Dikdörtgen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6" name="Dikdörtgen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7" name="Dikdörtgen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8" name="Dikdörtgen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9" name="Dikdörtgen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40" name="Dikdörtgen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2" name="Başlık Yer Tutucusu 21"/>
          <p:cNvSpPr>
            <a:spLocks noGrp="1"/>
          </p:cNvSpPr>
          <p:nvPr>
            <p:ph type="title"/>
          </p:nvPr>
        </p:nvSpPr>
        <p:spPr>
          <a:xfrm>
            <a:off x="609600" y="1143000"/>
            <a:ext cx="10972800" cy="1066800"/>
          </a:xfrm>
          <a:prstGeom prst="rect">
            <a:avLst/>
          </a:prstGeom>
        </p:spPr>
        <p:txBody>
          <a:bodyPr vert="horz" rtlCol="0" anchor="ctr">
            <a:normAutofit/>
          </a:bodyPr>
          <a:lstStyle/>
          <a:p>
            <a:pPr rtl="0"/>
            <a:r>
              <a:rPr lang="tr-TR" noProof="0" dirty="0"/>
              <a:t>Asıl başlık stilini düzenlemek için tıklayın</a:t>
            </a:r>
          </a:p>
        </p:txBody>
      </p:sp>
      <p:sp>
        <p:nvSpPr>
          <p:cNvPr id="13" name="Metin Yer Tutucusu 12"/>
          <p:cNvSpPr>
            <a:spLocks noGrp="1"/>
          </p:cNvSpPr>
          <p:nvPr>
            <p:ph type="body" idx="1"/>
          </p:nvPr>
        </p:nvSpPr>
        <p:spPr>
          <a:xfrm>
            <a:off x="609600" y="2249424"/>
            <a:ext cx="10972800" cy="4325112"/>
          </a:xfrm>
          <a:prstGeom prst="rect">
            <a:avLst/>
          </a:prstGeom>
        </p:spPr>
        <p:txBody>
          <a:bodyPr vert="horz" rtlCol="0">
            <a:normAutofit/>
          </a:bodyPr>
          <a:lstStyle/>
          <a:p>
            <a:pPr lvl="0" rtl="0"/>
            <a:r>
              <a:rPr lang="tr-TR" noProof="0" dirty="0"/>
              <a:t>Asıl metin stillerini düzenle</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3" name="Alt Bilgi Yer Tutucusu 2"/>
          <p:cNvSpPr>
            <a:spLocks noGrp="1"/>
          </p:cNvSpPr>
          <p:nvPr>
            <p:ph type="ftr" sz="quarter" idx="3"/>
          </p:nvPr>
        </p:nvSpPr>
        <p:spPr>
          <a:xfrm>
            <a:off x="7010400" y="612648"/>
            <a:ext cx="1767840" cy="457200"/>
          </a:xfrm>
          <a:prstGeom prst="rect">
            <a:avLst/>
          </a:prstGeom>
        </p:spPr>
        <p:txBody>
          <a:bodyPr vert="horz" rtlCol="0"/>
          <a:lstStyle>
            <a:lvl1pPr algn="r" eaLnBrk="1" latinLnBrk="0" hangingPunct="1">
              <a:defRPr kumimoji="0" sz="1100">
                <a:solidFill>
                  <a:schemeClr val="accent2">
                    <a:lumMod val="75000"/>
                  </a:schemeClr>
                </a:solidFill>
              </a:defRPr>
            </a:lvl1pPr>
          </a:lstStyle>
          <a:p>
            <a:pPr rtl="0"/>
            <a:r>
              <a:rPr lang="tr-TR" noProof="0" dirty="0"/>
              <a:t>Alt bilgi ekleme</a:t>
            </a:r>
          </a:p>
        </p:txBody>
      </p:sp>
      <p:sp>
        <p:nvSpPr>
          <p:cNvPr id="14" name="Tarih Yer Tutucusu 13"/>
          <p:cNvSpPr>
            <a:spLocks noGrp="1"/>
          </p:cNvSpPr>
          <p:nvPr>
            <p:ph type="dt" sz="half" idx="2"/>
          </p:nvPr>
        </p:nvSpPr>
        <p:spPr>
          <a:xfrm>
            <a:off x="8782048" y="612648"/>
            <a:ext cx="1276352" cy="457200"/>
          </a:xfrm>
          <a:prstGeom prst="rect">
            <a:avLst/>
          </a:prstGeom>
        </p:spPr>
        <p:txBody>
          <a:bodyPr vert="horz" rtlCol="0"/>
          <a:lstStyle>
            <a:lvl1pPr algn="l" eaLnBrk="1" latinLnBrk="0" hangingPunct="1">
              <a:defRPr kumimoji="0" sz="1100">
                <a:solidFill>
                  <a:schemeClr val="accent2">
                    <a:lumMod val="75000"/>
                  </a:schemeClr>
                </a:solidFill>
              </a:defRPr>
            </a:lvl1pPr>
          </a:lstStyle>
          <a:p>
            <a:fld id="{8A9E5AA4-4083-47B0-96D9-3464BE7D917D}" type="datetime1">
              <a:rPr lang="tr-TR" smtClean="0"/>
              <a:pPr/>
              <a:t>8.10.2024</a:t>
            </a:fld>
            <a:endParaRPr lang="tr-TR" dirty="0"/>
          </a:p>
        </p:txBody>
      </p:sp>
      <p:sp>
        <p:nvSpPr>
          <p:cNvPr id="23" name="Slayt Numarası Yer Tutucusu 22"/>
          <p:cNvSpPr>
            <a:spLocks noGrp="1"/>
          </p:cNvSpPr>
          <p:nvPr>
            <p:ph type="sldNum" sz="quarter" idx="4"/>
          </p:nvPr>
        </p:nvSpPr>
        <p:spPr>
          <a:xfrm>
            <a:off x="10899648" y="2272"/>
            <a:ext cx="1016000" cy="365760"/>
          </a:xfrm>
          <a:prstGeom prst="rect">
            <a:avLst/>
          </a:prstGeom>
        </p:spPr>
        <p:txBody>
          <a:bodyPr vert="horz" rtlCol="0" anchor="b"/>
          <a:lstStyle>
            <a:lvl1pPr algn="r" eaLnBrk="1" latinLnBrk="0" hangingPunct="1">
              <a:defRPr kumimoji="0" sz="1800">
                <a:solidFill>
                  <a:srgbClr val="FFFFFF"/>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13217172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lumMod val="75000"/>
          </a:schemeClr>
        </a:buClr>
        <a:buFont typeface="Georgia"/>
        <a:buChar char="•"/>
        <a:defRPr kumimoji="0" sz="2800" kern="1200">
          <a:solidFill>
            <a:schemeClr val="tx2"/>
          </a:solidFill>
          <a:latin typeface="+mn-lt"/>
          <a:ea typeface="+mn-ea"/>
          <a:cs typeface="+mn-cs"/>
        </a:defRPr>
      </a:lvl1pPr>
      <a:lvl2pPr marL="658368" indent="-246888" algn="l" rtl="0" eaLnBrk="1" latinLnBrk="0" hangingPunct="1">
        <a:spcBef>
          <a:spcPts val="300"/>
        </a:spcBef>
        <a:buClr>
          <a:schemeClr val="accent2">
            <a:lumMod val="75000"/>
          </a:schemeClr>
        </a:buClr>
        <a:buFont typeface="Georgia"/>
        <a:buChar char="▫"/>
        <a:defRPr kumimoji="0" sz="2600" kern="1200">
          <a:solidFill>
            <a:schemeClr val="tx2"/>
          </a:solidFill>
          <a:latin typeface="+mn-lt"/>
          <a:ea typeface="+mn-ea"/>
          <a:cs typeface="+mn-cs"/>
        </a:defRPr>
      </a:lvl2pPr>
      <a:lvl3pPr marL="923544" indent="-219456"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576" indent="-201168"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89888"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344"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29968"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orient="horz" pos="415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rtlCol="0"/>
          <a:lstStyle/>
          <a:p>
            <a:pPr rtl="0"/>
            <a:r>
              <a:rPr lang="tr-TR" dirty="0" smtClean="0"/>
              <a:t>Oyun Programlama</a:t>
            </a:r>
            <a:endParaRPr lang="tr-TR" dirty="0"/>
          </a:p>
        </p:txBody>
      </p:sp>
      <p:sp>
        <p:nvSpPr>
          <p:cNvPr id="3" name="Alt Başlık 2"/>
          <p:cNvSpPr>
            <a:spLocks noGrp="1"/>
          </p:cNvSpPr>
          <p:nvPr>
            <p:ph type="subTitle" idx="1"/>
          </p:nvPr>
        </p:nvSpPr>
        <p:spPr/>
        <p:txBody>
          <a:bodyPr rtlCol="0"/>
          <a:lstStyle/>
          <a:p>
            <a:pPr rtl="0"/>
            <a:r>
              <a:rPr lang="tr-TR" dirty="0" err="1" smtClean="0"/>
              <a:t>Öğr</a:t>
            </a:r>
            <a:r>
              <a:rPr lang="tr-TR" dirty="0" smtClean="0"/>
              <a:t>. Gör. Zafer SERİN</a:t>
            </a:r>
            <a:endParaRPr lang="tr-TR" dirty="0"/>
          </a:p>
        </p:txBody>
      </p:sp>
    </p:spTree>
    <p:extLst>
      <p:ext uri="{BB962C8B-B14F-4D97-AF65-F5344CB8AC3E}">
        <p14:creationId xmlns:p14="http://schemas.microsoft.com/office/powerpoint/2010/main" val="706305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PROJE OLUŞTURMA</a:t>
            </a:r>
            <a:endParaRPr lang="tr-TR" dirty="0"/>
          </a:p>
        </p:txBody>
      </p:sp>
      <p:sp>
        <p:nvSpPr>
          <p:cNvPr id="3" name="İçerik Yer Tutucusu 2"/>
          <p:cNvSpPr>
            <a:spLocks noGrp="1"/>
          </p:cNvSpPr>
          <p:nvPr>
            <p:ph idx="1"/>
          </p:nvPr>
        </p:nvSpPr>
        <p:spPr/>
        <p:txBody>
          <a:bodyPr rtlCol="0"/>
          <a:lstStyle/>
          <a:p>
            <a:pPr algn="just"/>
            <a:r>
              <a:rPr lang="tr-TR" dirty="0" smtClean="0"/>
              <a:t>Unity3D ile proje oluşturmak için öncelikle </a:t>
            </a:r>
            <a:r>
              <a:rPr lang="tr-TR" dirty="0" err="1" smtClean="0"/>
              <a:t>Unity</a:t>
            </a:r>
            <a:r>
              <a:rPr lang="tr-TR" dirty="0" smtClean="0"/>
              <a:t> </a:t>
            </a:r>
            <a:r>
              <a:rPr lang="tr-TR" dirty="0" err="1" smtClean="0"/>
              <a:t>Hub</a:t>
            </a:r>
            <a:r>
              <a:rPr lang="tr-TR" dirty="0" smtClean="0"/>
              <a:t> indirilmeli ve istenen Unity3D sürümü seçilerek yükleme yapılmalıdır. Genelde LTS(</a:t>
            </a:r>
            <a:r>
              <a:rPr lang="tr-TR" dirty="0" err="1" smtClean="0"/>
              <a:t>Long</a:t>
            </a:r>
            <a:r>
              <a:rPr lang="tr-TR" dirty="0" smtClean="0"/>
              <a:t> </a:t>
            </a:r>
            <a:r>
              <a:rPr lang="tr-TR" dirty="0" err="1" smtClean="0"/>
              <a:t>Term</a:t>
            </a:r>
            <a:r>
              <a:rPr lang="tr-TR" dirty="0" smtClean="0"/>
              <a:t> </a:t>
            </a:r>
            <a:r>
              <a:rPr lang="tr-TR" dirty="0" err="1" smtClean="0"/>
              <a:t>Support</a:t>
            </a:r>
            <a:r>
              <a:rPr lang="tr-TR" dirty="0" smtClean="0"/>
              <a:t> – Uzun Süreli Destek) sürümlerinin yüklenmesi hatalar ile karşılaşma ihtimalini azaltacaktır ve bu sürümlere uzun süreli destek verilecektir. Proje oluştururken 2D 2 boyutlu projeler oluşturmak için 3D ise 3 boyutlu projeler oluşturmak için kullanılır.</a:t>
            </a:r>
            <a:endParaRPr lang="tr-TR" dirty="0"/>
          </a:p>
        </p:txBody>
      </p:sp>
    </p:spTree>
    <p:extLst>
      <p:ext uri="{BB962C8B-B14F-4D97-AF65-F5344CB8AC3E}">
        <p14:creationId xmlns:p14="http://schemas.microsoft.com/office/powerpoint/2010/main" val="4160112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PROJE OLUŞTURMA</a:t>
            </a:r>
            <a:endParaRPr lang="tr-TR" dirty="0"/>
          </a:p>
        </p:txBody>
      </p:sp>
      <p:sp>
        <p:nvSpPr>
          <p:cNvPr id="3" name="İçerik Yer Tutucusu 2"/>
          <p:cNvSpPr>
            <a:spLocks noGrp="1"/>
          </p:cNvSpPr>
          <p:nvPr>
            <p:ph idx="1"/>
          </p:nvPr>
        </p:nvSpPr>
        <p:spPr/>
        <p:txBody>
          <a:bodyPr rtlCol="0"/>
          <a:lstStyle/>
          <a:p>
            <a:pPr algn="just"/>
            <a:r>
              <a:rPr lang="tr-TR" dirty="0" smtClean="0"/>
              <a:t>Proje oluştururken SRP(</a:t>
            </a:r>
            <a:r>
              <a:rPr lang="tr-TR" dirty="0" err="1" smtClean="0"/>
              <a:t>Scriptable</a:t>
            </a:r>
            <a:r>
              <a:rPr lang="tr-TR" dirty="0" smtClean="0"/>
              <a:t> </a:t>
            </a:r>
            <a:r>
              <a:rPr lang="tr-TR" dirty="0" err="1" smtClean="0"/>
              <a:t>Render</a:t>
            </a:r>
            <a:r>
              <a:rPr lang="tr-TR" dirty="0" smtClean="0"/>
              <a:t> </a:t>
            </a:r>
            <a:r>
              <a:rPr lang="tr-TR" dirty="0" err="1" smtClean="0"/>
              <a:t>Pipeline</a:t>
            </a:r>
            <a:r>
              <a:rPr lang="tr-TR" dirty="0" smtClean="0"/>
              <a:t>) ve BRP(</a:t>
            </a:r>
            <a:r>
              <a:rPr lang="tr-TR" dirty="0" err="1" smtClean="0"/>
              <a:t>Built</a:t>
            </a:r>
            <a:r>
              <a:rPr lang="tr-TR" dirty="0" smtClean="0"/>
              <a:t> </a:t>
            </a:r>
            <a:r>
              <a:rPr lang="tr-TR" dirty="0" err="1" smtClean="0"/>
              <a:t>Render</a:t>
            </a:r>
            <a:r>
              <a:rPr lang="tr-TR" dirty="0" smtClean="0"/>
              <a:t> </a:t>
            </a:r>
            <a:r>
              <a:rPr lang="tr-TR" dirty="0" err="1" smtClean="0"/>
              <a:t>Pipeline</a:t>
            </a:r>
            <a:r>
              <a:rPr lang="tr-TR" dirty="0" smtClean="0"/>
              <a:t>) terimleri ile karşılaşılabilir. SRP Unity3D’de </a:t>
            </a:r>
            <a:r>
              <a:rPr lang="tr-TR" dirty="0" err="1" smtClean="0"/>
              <a:t>BRP’nin</a:t>
            </a:r>
            <a:r>
              <a:rPr lang="tr-TR" dirty="0" smtClean="0"/>
              <a:t> yerini alan ve geliştiricilere daha fazla kontrol sağlayan bir sistemdir. SRP, geliştiricilerin grafik işleme sürecini kendi ihtiyaçlarına göre özelleştirmelerine olanak tanır.</a:t>
            </a:r>
          </a:p>
          <a:p>
            <a:pPr algn="just"/>
            <a:r>
              <a:rPr lang="tr-TR" dirty="0" smtClean="0"/>
              <a:t>Proje oluştururken VR(Virtual </a:t>
            </a:r>
            <a:r>
              <a:rPr lang="tr-TR" dirty="0" err="1" smtClean="0"/>
              <a:t>Reality</a:t>
            </a:r>
            <a:r>
              <a:rPr lang="tr-TR" dirty="0" smtClean="0"/>
              <a:t>) sanal gerçeklik projeleri oluşturmak için, AR(</a:t>
            </a:r>
            <a:r>
              <a:rPr lang="tr-TR" dirty="0" err="1" smtClean="0"/>
              <a:t>Augmented</a:t>
            </a:r>
            <a:r>
              <a:rPr lang="tr-TR" dirty="0" smtClean="0"/>
              <a:t> </a:t>
            </a:r>
            <a:r>
              <a:rPr lang="tr-TR" dirty="0" err="1" smtClean="0"/>
              <a:t>Reality</a:t>
            </a:r>
            <a:r>
              <a:rPr lang="tr-TR" dirty="0" smtClean="0"/>
              <a:t>) artırılmış gerçeklik projeleri oluşturmak için ve MR(Mixed </a:t>
            </a:r>
            <a:r>
              <a:rPr lang="tr-TR" dirty="0" err="1" smtClean="0"/>
              <a:t>Reality</a:t>
            </a:r>
            <a:r>
              <a:rPr lang="tr-TR" dirty="0" smtClean="0"/>
              <a:t>) ise VR ve AR projelerinin birlikte geliştirilmesi için kullanılır.</a:t>
            </a:r>
            <a:endParaRPr lang="tr-TR" dirty="0"/>
          </a:p>
        </p:txBody>
      </p:sp>
    </p:spTree>
    <p:extLst>
      <p:ext uri="{BB962C8B-B14F-4D97-AF65-F5344CB8AC3E}">
        <p14:creationId xmlns:p14="http://schemas.microsoft.com/office/powerpoint/2010/main" val="2842548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PROJE OLUŞTURMA</a:t>
            </a:r>
            <a:endParaRPr lang="tr-TR" dirty="0"/>
          </a:p>
        </p:txBody>
      </p:sp>
      <p:sp>
        <p:nvSpPr>
          <p:cNvPr id="3" name="İçerik Yer Tutucusu 2"/>
          <p:cNvSpPr>
            <a:spLocks noGrp="1"/>
          </p:cNvSpPr>
          <p:nvPr>
            <p:ph idx="1"/>
          </p:nvPr>
        </p:nvSpPr>
        <p:spPr/>
        <p:txBody>
          <a:bodyPr rtlCol="0"/>
          <a:lstStyle/>
          <a:p>
            <a:pPr algn="just"/>
            <a:r>
              <a:rPr lang="tr-TR" dirty="0" err="1" smtClean="0"/>
              <a:t>Unity</a:t>
            </a:r>
            <a:r>
              <a:rPr lang="tr-TR" dirty="0" smtClean="0"/>
              <a:t> 2022.3.45f1 LTS sürümü için 2 boyutlu projeler oluşturmak için ‘2D(</a:t>
            </a:r>
            <a:r>
              <a:rPr lang="tr-TR" dirty="0" err="1" smtClean="0"/>
              <a:t>Built</a:t>
            </a:r>
            <a:r>
              <a:rPr lang="tr-TR" dirty="0" smtClean="0"/>
              <a:t>-in </a:t>
            </a:r>
            <a:r>
              <a:rPr lang="tr-TR" dirty="0" err="1" smtClean="0"/>
              <a:t>Render</a:t>
            </a:r>
            <a:r>
              <a:rPr lang="tr-TR" dirty="0" smtClean="0"/>
              <a:t> </a:t>
            </a:r>
            <a:r>
              <a:rPr lang="tr-TR" dirty="0" err="1" smtClean="0"/>
              <a:t>Pipeline</a:t>
            </a:r>
            <a:r>
              <a:rPr lang="tr-TR" dirty="0" smtClean="0"/>
              <a:t>)’ ve 3 boyutlu projeler oluşturmak için ise ‘3D(</a:t>
            </a:r>
            <a:r>
              <a:rPr lang="tr-TR" dirty="0" err="1" smtClean="0"/>
              <a:t>Built</a:t>
            </a:r>
            <a:r>
              <a:rPr lang="tr-TR" dirty="0" smtClean="0"/>
              <a:t>-in </a:t>
            </a:r>
            <a:r>
              <a:rPr lang="tr-TR" dirty="0" err="1" smtClean="0"/>
              <a:t>Render</a:t>
            </a:r>
            <a:r>
              <a:rPr lang="tr-TR" dirty="0" smtClean="0"/>
              <a:t> </a:t>
            </a:r>
            <a:r>
              <a:rPr lang="tr-TR" dirty="0" err="1" smtClean="0"/>
              <a:t>Pipeline</a:t>
            </a:r>
            <a:r>
              <a:rPr lang="tr-TR" dirty="0" smtClean="0"/>
              <a:t>)’ seçilebilir. Sağ tarafta ise projenin adı(Project name) ve kaydedileceği yer(</a:t>
            </a:r>
            <a:r>
              <a:rPr lang="tr-TR" dirty="0" err="1" smtClean="0"/>
              <a:t>Save</a:t>
            </a:r>
            <a:r>
              <a:rPr lang="tr-TR" dirty="0" smtClean="0"/>
              <a:t> </a:t>
            </a:r>
            <a:r>
              <a:rPr lang="tr-TR" dirty="0" err="1" smtClean="0"/>
              <a:t>location</a:t>
            </a:r>
            <a:r>
              <a:rPr lang="tr-TR" dirty="0" smtClean="0"/>
              <a:t>) gibi özellikler ayarlanabilir.</a:t>
            </a:r>
            <a:endParaRPr lang="tr-TR" dirty="0"/>
          </a:p>
        </p:txBody>
      </p:sp>
    </p:spTree>
    <p:extLst>
      <p:ext uri="{BB962C8B-B14F-4D97-AF65-F5344CB8AC3E}">
        <p14:creationId xmlns:p14="http://schemas.microsoft.com/office/powerpoint/2010/main" val="3472459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PROJE OLUŞTURMA</a:t>
            </a:r>
            <a:endParaRPr lang="tr-TR" dirty="0"/>
          </a:p>
        </p:txBody>
      </p:sp>
      <p:pic>
        <p:nvPicPr>
          <p:cNvPr id="4" name="İçerik Yer Tutucusu 3"/>
          <p:cNvPicPr>
            <a:picLocks noGrp="1" noChangeAspect="1"/>
          </p:cNvPicPr>
          <p:nvPr>
            <p:ph idx="1"/>
          </p:nvPr>
        </p:nvPicPr>
        <p:blipFill>
          <a:blip r:embed="rId3"/>
          <a:stretch>
            <a:fillRect/>
          </a:stretch>
        </p:blipFill>
        <p:spPr>
          <a:xfrm>
            <a:off x="617728" y="2249488"/>
            <a:ext cx="10956543" cy="4324350"/>
          </a:xfrm>
          <a:prstGeom prst="rect">
            <a:avLst/>
          </a:prstGeom>
        </p:spPr>
      </p:pic>
    </p:spTree>
    <p:extLst>
      <p:ext uri="{BB962C8B-B14F-4D97-AF65-F5344CB8AC3E}">
        <p14:creationId xmlns:p14="http://schemas.microsoft.com/office/powerpoint/2010/main" val="3329992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PROJE OLUŞTURMA</a:t>
            </a:r>
            <a:endParaRPr lang="tr-TR" dirty="0"/>
          </a:p>
        </p:txBody>
      </p:sp>
      <p:pic>
        <p:nvPicPr>
          <p:cNvPr id="6" name="İçerik Yer Tutucusu 5"/>
          <p:cNvPicPr>
            <a:picLocks noGrp="1" noChangeAspect="1"/>
          </p:cNvPicPr>
          <p:nvPr>
            <p:ph idx="1"/>
          </p:nvPr>
        </p:nvPicPr>
        <p:blipFill>
          <a:blip r:embed="rId3"/>
          <a:stretch>
            <a:fillRect/>
          </a:stretch>
        </p:blipFill>
        <p:spPr>
          <a:xfrm>
            <a:off x="2014256" y="2249488"/>
            <a:ext cx="8163487" cy="4324350"/>
          </a:xfrm>
          <a:prstGeom prst="rect">
            <a:avLst/>
          </a:prstGeom>
        </p:spPr>
      </p:pic>
    </p:spTree>
    <p:extLst>
      <p:ext uri="{BB962C8B-B14F-4D97-AF65-F5344CB8AC3E}">
        <p14:creationId xmlns:p14="http://schemas.microsoft.com/office/powerpoint/2010/main" val="199449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ÖNEMLİ MENÜLER</a:t>
            </a:r>
            <a:endParaRPr lang="tr-TR" dirty="0"/>
          </a:p>
        </p:txBody>
      </p:sp>
      <p:sp>
        <p:nvSpPr>
          <p:cNvPr id="3" name="İçerik Yer Tutucusu 2"/>
          <p:cNvSpPr>
            <a:spLocks noGrp="1"/>
          </p:cNvSpPr>
          <p:nvPr>
            <p:ph idx="1"/>
          </p:nvPr>
        </p:nvSpPr>
        <p:spPr/>
        <p:txBody>
          <a:bodyPr rtlCol="0"/>
          <a:lstStyle/>
          <a:p>
            <a:pPr algn="just"/>
            <a:r>
              <a:rPr lang="tr-TR" dirty="0" smtClean="0"/>
              <a:t>File -&gt; </a:t>
            </a:r>
            <a:r>
              <a:rPr lang="tr-TR" dirty="0" err="1" smtClean="0"/>
              <a:t>Build</a:t>
            </a:r>
            <a:r>
              <a:rPr lang="tr-TR" dirty="0" smtClean="0"/>
              <a:t> </a:t>
            </a:r>
            <a:r>
              <a:rPr lang="tr-TR" dirty="0" err="1" smtClean="0"/>
              <a:t>Settings</a:t>
            </a:r>
            <a:r>
              <a:rPr lang="tr-TR" dirty="0" smtClean="0"/>
              <a:t> yolu izlenerek Unity3D ile geliştirilen oyunun ayarlarına erişilebilir. Açılan pencerede kullanılan sahneler, çıktı alınabilecek platformlar gibi pek çok ayara ulaşılabilir.</a:t>
            </a:r>
          </a:p>
          <a:p>
            <a:pPr algn="just"/>
            <a:r>
              <a:rPr lang="tr-TR" dirty="0" smtClean="0"/>
              <a:t>File -&gt; </a:t>
            </a:r>
            <a:r>
              <a:rPr lang="tr-TR" dirty="0" err="1" smtClean="0"/>
              <a:t>Build</a:t>
            </a:r>
            <a:r>
              <a:rPr lang="tr-TR" dirty="0" smtClean="0"/>
              <a:t> </a:t>
            </a:r>
            <a:r>
              <a:rPr lang="tr-TR" dirty="0" err="1" smtClean="0"/>
              <a:t>Setting</a:t>
            </a:r>
            <a:r>
              <a:rPr lang="tr-TR" dirty="0" smtClean="0"/>
              <a:t> -&gt; Player </a:t>
            </a:r>
            <a:r>
              <a:rPr lang="tr-TR" dirty="0" err="1" smtClean="0"/>
              <a:t>Settings</a:t>
            </a:r>
            <a:r>
              <a:rPr lang="tr-TR" dirty="0" smtClean="0"/>
              <a:t> yolu izlenerek oyunun platform özellikleri, ikonu, çözünürlüğü, tam ekranda çalışıp çalışmayacağı, açılış logosu gibi pek çok özellik belirlenebilir. Bu menü Project </a:t>
            </a:r>
            <a:r>
              <a:rPr lang="tr-TR" dirty="0" err="1" smtClean="0"/>
              <a:t>Settings</a:t>
            </a:r>
            <a:r>
              <a:rPr lang="tr-TR" dirty="0" smtClean="0"/>
              <a:t> menüsü </a:t>
            </a:r>
            <a:r>
              <a:rPr lang="tr-TR" dirty="0" err="1" smtClean="0"/>
              <a:t>olarakta</a:t>
            </a:r>
            <a:r>
              <a:rPr lang="tr-TR" dirty="0" smtClean="0"/>
              <a:t> isimlendirilir ve proje ile ilgili pek çok ayar bu pencereden yönetilir.</a:t>
            </a:r>
            <a:endParaRPr lang="tr-TR" dirty="0"/>
          </a:p>
        </p:txBody>
      </p:sp>
    </p:spTree>
    <p:extLst>
      <p:ext uri="{BB962C8B-B14F-4D97-AF65-F5344CB8AC3E}">
        <p14:creationId xmlns:p14="http://schemas.microsoft.com/office/powerpoint/2010/main" val="130297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ÖNEMLİ MENÜLER</a:t>
            </a:r>
            <a:endParaRPr lang="tr-TR" dirty="0"/>
          </a:p>
        </p:txBody>
      </p:sp>
      <p:sp>
        <p:nvSpPr>
          <p:cNvPr id="3" name="İçerik Yer Tutucusu 2"/>
          <p:cNvSpPr>
            <a:spLocks noGrp="1"/>
          </p:cNvSpPr>
          <p:nvPr>
            <p:ph idx="1"/>
          </p:nvPr>
        </p:nvSpPr>
        <p:spPr/>
        <p:txBody>
          <a:bodyPr rtlCol="0"/>
          <a:lstStyle/>
          <a:p>
            <a:pPr algn="just"/>
            <a:r>
              <a:rPr lang="tr-TR" dirty="0" err="1" smtClean="0"/>
              <a:t>Edit</a:t>
            </a:r>
            <a:r>
              <a:rPr lang="tr-TR" dirty="0" smtClean="0"/>
              <a:t> -&gt; </a:t>
            </a:r>
            <a:r>
              <a:rPr lang="tr-TR" dirty="0" err="1" smtClean="0"/>
              <a:t>Preferences</a:t>
            </a:r>
            <a:r>
              <a:rPr lang="tr-TR" dirty="0" smtClean="0"/>
              <a:t> yolu izlenerek Editörle ilgili genel ayarlara erişilebilir. Özellikle bu menüdeki ‘</a:t>
            </a:r>
            <a:r>
              <a:rPr lang="tr-TR" dirty="0" err="1" smtClean="0"/>
              <a:t>External</a:t>
            </a:r>
            <a:r>
              <a:rPr lang="tr-TR" dirty="0" smtClean="0"/>
              <a:t> Tools’ kısmından kullanılmak istenen kod editörü değiştirilebilir. Eğer </a:t>
            </a:r>
            <a:r>
              <a:rPr lang="tr-TR" dirty="0" err="1" smtClean="0"/>
              <a:t>Android</a:t>
            </a:r>
            <a:r>
              <a:rPr lang="tr-TR" dirty="0" smtClean="0"/>
              <a:t> gibi platformlara çıktı alınmak istenirse yine ‘</a:t>
            </a:r>
            <a:r>
              <a:rPr lang="tr-TR" dirty="0" err="1" smtClean="0"/>
              <a:t>External</a:t>
            </a:r>
            <a:r>
              <a:rPr lang="tr-TR" dirty="0" smtClean="0"/>
              <a:t> Tools’ kısmından JDK, NDK ve SDK yolları belirtilebilir.</a:t>
            </a:r>
            <a:endParaRPr lang="tr-TR" dirty="0"/>
          </a:p>
        </p:txBody>
      </p:sp>
    </p:spTree>
    <p:extLst>
      <p:ext uri="{BB962C8B-B14F-4D97-AF65-F5344CB8AC3E}">
        <p14:creationId xmlns:p14="http://schemas.microsoft.com/office/powerpoint/2010/main" val="197993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ARAYÜZ</a:t>
            </a:r>
            <a:endParaRPr lang="tr-TR" dirty="0"/>
          </a:p>
        </p:txBody>
      </p:sp>
      <p:sp>
        <p:nvSpPr>
          <p:cNvPr id="3" name="İçerik Yer Tutucusu 2"/>
          <p:cNvSpPr>
            <a:spLocks noGrp="1"/>
          </p:cNvSpPr>
          <p:nvPr>
            <p:ph idx="1"/>
          </p:nvPr>
        </p:nvSpPr>
        <p:spPr/>
        <p:txBody>
          <a:bodyPr rtlCol="0"/>
          <a:lstStyle/>
          <a:p>
            <a:pPr algn="just"/>
            <a:r>
              <a:rPr lang="tr-TR" dirty="0" smtClean="0"/>
              <a:t>Unity3D </a:t>
            </a:r>
            <a:r>
              <a:rPr lang="tr-TR" dirty="0" err="1" smtClean="0"/>
              <a:t>arayüzünde</a:t>
            </a:r>
            <a:r>
              <a:rPr lang="tr-TR" dirty="0"/>
              <a:t> </a:t>
            </a:r>
            <a:r>
              <a:rPr lang="tr-TR" dirty="0" err="1" smtClean="0"/>
              <a:t>Hierarchy</a:t>
            </a:r>
            <a:r>
              <a:rPr lang="tr-TR" dirty="0" smtClean="0"/>
              <a:t> penceresi ekranda bulunan nesneleri, Project penceresi projede bulunan dosya ve klasörleri, Console penceresi konsola yazılan çıktıları ve durumları, </a:t>
            </a:r>
            <a:r>
              <a:rPr lang="tr-TR" dirty="0" err="1" smtClean="0"/>
              <a:t>Inspector</a:t>
            </a:r>
            <a:r>
              <a:rPr lang="tr-TR" dirty="0" smtClean="0"/>
              <a:t> penceresi bir nesneye eklenen </a:t>
            </a:r>
            <a:r>
              <a:rPr lang="tr-TR" dirty="0" err="1" smtClean="0"/>
              <a:t>componentleri</a:t>
            </a:r>
            <a:r>
              <a:rPr lang="tr-TR" dirty="0" smtClean="0"/>
              <a:t> veya genel özelliklerini, </a:t>
            </a:r>
            <a:r>
              <a:rPr lang="tr-TR" dirty="0" err="1" smtClean="0"/>
              <a:t>Scene</a:t>
            </a:r>
            <a:r>
              <a:rPr lang="tr-TR" dirty="0" smtClean="0"/>
              <a:t> penceresi oyun sahnesini, Game penceresi ise oyun çalıştırıldığında nasıl görüneceğini gösterir.</a:t>
            </a:r>
          </a:p>
        </p:txBody>
      </p:sp>
    </p:spTree>
    <p:extLst>
      <p:ext uri="{BB962C8B-B14F-4D97-AF65-F5344CB8AC3E}">
        <p14:creationId xmlns:p14="http://schemas.microsoft.com/office/powerpoint/2010/main" val="2599360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ARAYÜZ</a:t>
            </a:r>
            <a:endParaRPr lang="tr-TR" dirty="0"/>
          </a:p>
        </p:txBody>
      </p:sp>
      <p:pic>
        <p:nvPicPr>
          <p:cNvPr id="4" name="İçerik Yer Tutucusu 3"/>
          <p:cNvPicPr>
            <a:picLocks noGrp="1" noChangeAspect="1"/>
          </p:cNvPicPr>
          <p:nvPr>
            <p:ph idx="1"/>
          </p:nvPr>
        </p:nvPicPr>
        <p:blipFill>
          <a:blip r:embed="rId3"/>
          <a:stretch>
            <a:fillRect/>
          </a:stretch>
        </p:blipFill>
        <p:spPr>
          <a:xfrm>
            <a:off x="2003160" y="2249488"/>
            <a:ext cx="8185680" cy="4324350"/>
          </a:xfrm>
          <a:prstGeom prst="rect">
            <a:avLst/>
          </a:prstGeom>
        </p:spPr>
      </p:pic>
    </p:spTree>
    <p:extLst>
      <p:ext uri="{BB962C8B-B14F-4D97-AF65-F5344CB8AC3E}">
        <p14:creationId xmlns:p14="http://schemas.microsoft.com/office/powerpoint/2010/main" val="429102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ARAYÜZ</a:t>
            </a:r>
            <a:endParaRPr lang="tr-TR" dirty="0"/>
          </a:p>
        </p:txBody>
      </p:sp>
      <p:sp>
        <p:nvSpPr>
          <p:cNvPr id="3" name="İçerik Yer Tutucusu 2"/>
          <p:cNvSpPr>
            <a:spLocks noGrp="1"/>
          </p:cNvSpPr>
          <p:nvPr>
            <p:ph idx="1"/>
          </p:nvPr>
        </p:nvSpPr>
        <p:spPr/>
        <p:txBody>
          <a:bodyPr rtlCol="0"/>
          <a:lstStyle/>
          <a:p>
            <a:pPr algn="just"/>
            <a:r>
              <a:rPr lang="tr-TR" dirty="0" smtClean="0"/>
              <a:t>Unity3D </a:t>
            </a:r>
            <a:r>
              <a:rPr lang="tr-TR" dirty="0" err="1" smtClean="0"/>
              <a:t>arayüzünde</a:t>
            </a:r>
            <a:r>
              <a:rPr lang="tr-TR" dirty="0" smtClean="0"/>
              <a:t> üst menüde 3 adet buton ve ekranın sağ üst köşesinde ek kısımlar görüntülenecektir. Burada ekranın üstündeki 3 buton sırasıyla oyunu başlatmayı, durdurmayı ve adım adım ilerletmeyi sağlar. </a:t>
            </a:r>
            <a:r>
              <a:rPr lang="tr-TR" b="1" u="sng" dirty="0" smtClean="0"/>
              <a:t>Burada önemli bir nokta vardır. Oyun çalışırken yapılan değişiklikler kesinlikle geçerli olmaz ve oyun durdurulduğunda tekrar eski haline getirilir. Bu nedenle yapılan değişiklikler deneme amaçlı </a:t>
            </a:r>
            <a:r>
              <a:rPr lang="tr-TR" b="1" u="sng" dirty="0" err="1" smtClean="0"/>
              <a:t>değilde</a:t>
            </a:r>
            <a:r>
              <a:rPr lang="tr-TR" b="1" u="sng" dirty="0" smtClean="0"/>
              <a:t> kalıcı olarak yapılacaksa mutlaka oyun çalışmıyorken yapılmalıdır.</a:t>
            </a:r>
          </a:p>
        </p:txBody>
      </p:sp>
    </p:spTree>
    <p:extLst>
      <p:ext uri="{BB962C8B-B14F-4D97-AF65-F5344CB8AC3E}">
        <p14:creationId xmlns:p14="http://schemas.microsoft.com/office/powerpoint/2010/main" val="1641537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ARAYÜZ</a:t>
            </a:r>
            <a:endParaRPr lang="tr-TR" dirty="0"/>
          </a:p>
        </p:txBody>
      </p:sp>
      <p:sp>
        <p:nvSpPr>
          <p:cNvPr id="3" name="İçerik Yer Tutucusu 2"/>
          <p:cNvSpPr>
            <a:spLocks noGrp="1"/>
          </p:cNvSpPr>
          <p:nvPr>
            <p:ph idx="1"/>
          </p:nvPr>
        </p:nvSpPr>
        <p:spPr/>
        <p:txBody>
          <a:bodyPr rtlCol="0"/>
          <a:lstStyle/>
          <a:p>
            <a:pPr algn="just"/>
            <a:r>
              <a:rPr lang="tr-TR" dirty="0" smtClean="0"/>
              <a:t>Üst menüde sağdaki butonlar ise sırasıyla geçmiş işlemler, arama, katmanlar ve </a:t>
            </a:r>
            <a:r>
              <a:rPr lang="tr-TR" dirty="0" err="1" smtClean="0"/>
              <a:t>arayüzdeki</a:t>
            </a:r>
            <a:r>
              <a:rPr lang="tr-TR" dirty="0" smtClean="0"/>
              <a:t> pencereleri konumlandırma için kullanılır.</a:t>
            </a:r>
            <a:endParaRPr lang="tr-TR" b="1" u="sng" dirty="0" smtClean="0"/>
          </a:p>
        </p:txBody>
      </p:sp>
      <p:pic>
        <p:nvPicPr>
          <p:cNvPr id="4" name="Resim 3"/>
          <p:cNvPicPr>
            <a:picLocks noChangeAspect="1"/>
          </p:cNvPicPr>
          <p:nvPr/>
        </p:nvPicPr>
        <p:blipFill>
          <a:blip r:embed="rId3"/>
          <a:stretch>
            <a:fillRect/>
          </a:stretch>
        </p:blipFill>
        <p:spPr>
          <a:xfrm>
            <a:off x="696000" y="3219984"/>
            <a:ext cx="10800000" cy="905625"/>
          </a:xfrm>
          <a:prstGeom prst="rect">
            <a:avLst/>
          </a:prstGeom>
        </p:spPr>
      </p:pic>
    </p:spTree>
    <p:extLst>
      <p:ext uri="{BB962C8B-B14F-4D97-AF65-F5344CB8AC3E}">
        <p14:creationId xmlns:p14="http://schemas.microsoft.com/office/powerpoint/2010/main" val="166159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ARAYÜZ</a:t>
            </a:r>
            <a:endParaRPr lang="tr-TR" dirty="0"/>
          </a:p>
        </p:txBody>
      </p:sp>
      <p:sp>
        <p:nvSpPr>
          <p:cNvPr id="3" name="İçerik Yer Tutucusu 2"/>
          <p:cNvSpPr>
            <a:spLocks noGrp="1"/>
          </p:cNvSpPr>
          <p:nvPr>
            <p:ph idx="1"/>
          </p:nvPr>
        </p:nvSpPr>
        <p:spPr/>
        <p:txBody>
          <a:bodyPr rtlCol="0">
            <a:normAutofit/>
          </a:bodyPr>
          <a:lstStyle/>
          <a:p>
            <a:pPr algn="just"/>
            <a:r>
              <a:rPr lang="tr-TR" dirty="0" smtClean="0"/>
              <a:t>Unity3D </a:t>
            </a:r>
            <a:r>
              <a:rPr lang="tr-TR" dirty="0" err="1" smtClean="0"/>
              <a:t>arayüzünde</a:t>
            </a:r>
            <a:r>
              <a:rPr lang="tr-TR" dirty="0" smtClean="0"/>
              <a:t> </a:t>
            </a:r>
            <a:r>
              <a:rPr lang="tr-TR" dirty="0" err="1" smtClean="0"/>
              <a:t>Scene</a:t>
            </a:r>
            <a:r>
              <a:rPr lang="tr-TR" dirty="0" smtClean="0"/>
              <a:t> menüsü altında bir bar görünür. Buradaki işlemler sırasıyla: Nesneye uygulanan rotasyon gibi işlemlerin merkezden mi yoksa pivot noktasından mı olacağı, nesnenin konum değiştirme işleminin </a:t>
            </a:r>
            <a:r>
              <a:rPr lang="tr-TR" dirty="0" err="1" smtClean="0"/>
              <a:t>local</a:t>
            </a:r>
            <a:r>
              <a:rPr lang="tr-TR" dirty="0" smtClean="0"/>
              <a:t> mi global mi </a:t>
            </a:r>
            <a:r>
              <a:rPr lang="tr-TR" dirty="0" err="1" smtClean="0"/>
              <a:t>olacağo</a:t>
            </a:r>
            <a:r>
              <a:rPr lang="tr-TR" dirty="0" smtClean="0"/>
              <a:t>, sıradaki 3 buton nesnenin konumunun değiştirilirken ızgaraya sabit kalınarak hizalamanın yapılıp yapılmayacağı, gölgelendirme ve ışıklandırma </a:t>
            </a:r>
            <a:r>
              <a:rPr lang="tr-TR" dirty="0" err="1" smtClean="0"/>
              <a:t>modları</a:t>
            </a:r>
            <a:r>
              <a:rPr lang="tr-TR" dirty="0" smtClean="0"/>
              <a:t>, 2 boyutlu veya 3 boyutlu ortamda çalışılması, sahne ışıklandırmasının kullanılıp kullanılmayacağı, ses </a:t>
            </a:r>
            <a:r>
              <a:rPr lang="tr-TR" dirty="0" err="1" smtClean="0"/>
              <a:t>modunun</a:t>
            </a:r>
            <a:r>
              <a:rPr lang="tr-TR" dirty="0" smtClean="0"/>
              <a:t> açılıp açılmayacağı, sis ve gökyüzü gibi görsellerin gösterilip gösterilmeyeceği</a:t>
            </a:r>
            <a:endParaRPr lang="tr-TR" b="1" u="sng" dirty="0" smtClean="0"/>
          </a:p>
        </p:txBody>
      </p:sp>
    </p:spTree>
    <p:extLst>
      <p:ext uri="{BB962C8B-B14F-4D97-AF65-F5344CB8AC3E}">
        <p14:creationId xmlns:p14="http://schemas.microsoft.com/office/powerpoint/2010/main" val="1165551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ARAYÜZ</a:t>
            </a:r>
            <a:endParaRPr lang="tr-TR" dirty="0"/>
          </a:p>
        </p:txBody>
      </p:sp>
      <p:sp>
        <p:nvSpPr>
          <p:cNvPr id="3" name="İçerik Yer Tutucusu 2"/>
          <p:cNvSpPr>
            <a:spLocks noGrp="1"/>
          </p:cNvSpPr>
          <p:nvPr>
            <p:ph idx="1"/>
          </p:nvPr>
        </p:nvSpPr>
        <p:spPr/>
        <p:txBody>
          <a:bodyPr rtlCol="0">
            <a:normAutofit/>
          </a:bodyPr>
          <a:lstStyle/>
          <a:p>
            <a:pPr algn="just"/>
            <a:r>
              <a:rPr lang="tr-TR" dirty="0" smtClean="0"/>
              <a:t>Gizlenen nesnelerin gösterilip gösterilmeyeceği, ekran kamerasının ayarları ve ekrandaki simgelerin(</a:t>
            </a:r>
            <a:r>
              <a:rPr lang="tr-TR" dirty="0" err="1" smtClean="0"/>
              <a:t>gizmos</a:t>
            </a:r>
            <a:r>
              <a:rPr lang="tr-TR" dirty="0" smtClean="0"/>
              <a:t>) gösterilip gösterilmeyeceği gibi ayarları içerir.</a:t>
            </a:r>
          </a:p>
          <a:p>
            <a:pPr algn="just"/>
            <a:endParaRPr lang="tr-TR" dirty="0" smtClean="0"/>
          </a:p>
        </p:txBody>
      </p:sp>
      <p:pic>
        <p:nvPicPr>
          <p:cNvPr id="4" name="Resim 3"/>
          <p:cNvPicPr>
            <a:picLocks noChangeAspect="1"/>
          </p:cNvPicPr>
          <p:nvPr/>
        </p:nvPicPr>
        <p:blipFill>
          <a:blip r:embed="rId3"/>
          <a:stretch>
            <a:fillRect/>
          </a:stretch>
        </p:blipFill>
        <p:spPr>
          <a:xfrm>
            <a:off x="963485" y="3737551"/>
            <a:ext cx="10265030" cy="1348857"/>
          </a:xfrm>
          <a:prstGeom prst="rect">
            <a:avLst/>
          </a:prstGeom>
        </p:spPr>
      </p:pic>
    </p:spTree>
    <p:extLst>
      <p:ext uri="{BB962C8B-B14F-4D97-AF65-F5344CB8AC3E}">
        <p14:creationId xmlns:p14="http://schemas.microsoft.com/office/powerpoint/2010/main" val="268660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SPRİTE VE NESNE OLUŞTURMA</a:t>
            </a:r>
            <a:endParaRPr lang="tr-TR" dirty="0"/>
          </a:p>
        </p:txBody>
      </p:sp>
      <p:sp>
        <p:nvSpPr>
          <p:cNvPr id="3" name="İçerik Yer Tutucusu 2"/>
          <p:cNvSpPr>
            <a:spLocks noGrp="1"/>
          </p:cNvSpPr>
          <p:nvPr>
            <p:ph idx="1"/>
          </p:nvPr>
        </p:nvSpPr>
        <p:spPr/>
        <p:txBody>
          <a:bodyPr rtlCol="0"/>
          <a:lstStyle/>
          <a:p>
            <a:pPr algn="just"/>
            <a:r>
              <a:rPr lang="tr-TR" dirty="0" smtClean="0"/>
              <a:t>Unity3D’de basit nesneler hazır olarak bulunur. </a:t>
            </a:r>
            <a:r>
              <a:rPr lang="tr-TR" dirty="0" err="1" smtClean="0"/>
              <a:t>Hierarchy</a:t>
            </a:r>
            <a:r>
              <a:rPr lang="tr-TR" dirty="0" smtClean="0"/>
              <a:t> paneline sağ tıklanarak veya üstteki </a:t>
            </a:r>
            <a:r>
              <a:rPr lang="tr-TR" dirty="0" err="1" smtClean="0"/>
              <a:t>GameObject</a:t>
            </a:r>
            <a:r>
              <a:rPr lang="tr-TR" dirty="0" smtClean="0"/>
              <a:t> menüsü kullanılarak 2 boyutlu ve 3 boyutlu hazır görseller oluşturulabilir. </a:t>
            </a:r>
            <a:r>
              <a:rPr lang="tr-TR" dirty="0" err="1" smtClean="0"/>
              <a:t>GameObject</a:t>
            </a:r>
            <a:r>
              <a:rPr lang="tr-TR" dirty="0" smtClean="0"/>
              <a:t> -&gt; 2D Object -&gt; </a:t>
            </a:r>
            <a:r>
              <a:rPr lang="tr-TR" dirty="0" err="1" smtClean="0"/>
              <a:t>Sprites</a:t>
            </a:r>
            <a:r>
              <a:rPr lang="tr-TR" dirty="0" smtClean="0"/>
              <a:t> -&gt; </a:t>
            </a:r>
            <a:r>
              <a:rPr lang="tr-TR" dirty="0" err="1" smtClean="0"/>
              <a:t>Square</a:t>
            </a:r>
            <a:r>
              <a:rPr lang="tr-TR" dirty="0" smtClean="0"/>
              <a:t> yolu izlenerek 2 boyutlu bir kare </a:t>
            </a:r>
            <a:r>
              <a:rPr lang="tr-TR" dirty="0" err="1" smtClean="0"/>
              <a:t>spriteı</a:t>
            </a:r>
            <a:r>
              <a:rPr lang="tr-TR" dirty="0" smtClean="0"/>
              <a:t> oluşturulabilir. Aynı yol izlenerek oluşturulabilecek diğer hazır nesnelerde görüntülenebilir.</a:t>
            </a:r>
          </a:p>
        </p:txBody>
      </p:sp>
    </p:spTree>
    <p:extLst>
      <p:ext uri="{BB962C8B-B14F-4D97-AF65-F5344CB8AC3E}">
        <p14:creationId xmlns:p14="http://schemas.microsoft.com/office/powerpoint/2010/main" val="1559228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SPRİTE VE NESNE OLUŞTURMA</a:t>
            </a:r>
            <a:endParaRPr lang="tr-TR" dirty="0"/>
          </a:p>
        </p:txBody>
      </p:sp>
      <p:pic>
        <p:nvPicPr>
          <p:cNvPr id="4" name="İçerik Yer Tutucusu 3"/>
          <p:cNvPicPr>
            <a:picLocks noGrp="1" noChangeAspect="1"/>
          </p:cNvPicPr>
          <p:nvPr>
            <p:ph idx="1"/>
          </p:nvPr>
        </p:nvPicPr>
        <p:blipFill>
          <a:blip r:embed="rId3"/>
          <a:stretch>
            <a:fillRect/>
          </a:stretch>
        </p:blipFill>
        <p:spPr>
          <a:xfrm>
            <a:off x="2729094" y="2249488"/>
            <a:ext cx="6733812" cy="4324350"/>
          </a:xfrm>
          <a:prstGeom prst="rect">
            <a:avLst/>
          </a:prstGeom>
        </p:spPr>
      </p:pic>
    </p:spTree>
    <p:extLst>
      <p:ext uri="{BB962C8B-B14F-4D97-AF65-F5344CB8AC3E}">
        <p14:creationId xmlns:p14="http://schemas.microsoft.com/office/powerpoint/2010/main" val="1873860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SPRİTE VE NESNE OLUŞTURMA</a:t>
            </a:r>
            <a:endParaRPr lang="tr-TR" dirty="0"/>
          </a:p>
        </p:txBody>
      </p:sp>
      <p:sp>
        <p:nvSpPr>
          <p:cNvPr id="3" name="İçerik Yer Tutucusu 2"/>
          <p:cNvSpPr>
            <a:spLocks noGrp="1"/>
          </p:cNvSpPr>
          <p:nvPr>
            <p:ph idx="1"/>
          </p:nvPr>
        </p:nvSpPr>
        <p:spPr/>
        <p:txBody>
          <a:bodyPr rtlCol="0"/>
          <a:lstStyle/>
          <a:p>
            <a:pPr algn="just"/>
            <a:r>
              <a:rPr lang="tr-TR" dirty="0" err="1" smtClean="0"/>
              <a:t>Hierarchy</a:t>
            </a:r>
            <a:r>
              <a:rPr lang="tr-TR" dirty="0" smtClean="0"/>
              <a:t> penceresinde varsayılan olarak gelen ‘Main </a:t>
            </a:r>
            <a:r>
              <a:rPr lang="tr-TR" dirty="0" err="1" smtClean="0"/>
              <a:t>Camera</a:t>
            </a:r>
            <a:r>
              <a:rPr lang="tr-TR" dirty="0" smtClean="0"/>
              <a:t>’ nesnesi ana kameradır ve oyunun başlatıldığında nasıl görüneceği bu kamera üzerinden görüntülenebilir. Bu kameranın gösterdiği alan oyun da gösterilecektir.</a:t>
            </a:r>
          </a:p>
          <a:p>
            <a:pPr algn="just"/>
            <a:r>
              <a:rPr lang="tr-TR" dirty="0" err="1" smtClean="0"/>
              <a:t>Hierarchy</a:t>
            </a:r>
            <a:r>
              <a:rPr lang="tr-TR" dirty="0" smtClean="0"/>
              <a:t> penceresinde hangi nesne seçilirse </a:t>
            </a:r>
            <a:r>
              <a:rPr lang="tr-TR" dirty="0" err="1" smtClean="0"/>
              <a:t>Inspector</a:t>
            </a:r>
            <a:r>
              <a:rPr lang="tr-TR" dirty="0" smtClean="0"/>
              <a:t> penceresinde de varsayılan olarak onun özellikleri ve </a:t>
            </a:r>
            <a:r>
              <a:rPr lang="tr-TR" dirty="0" err="1" smtClean="0"/>
              <a:t>componentleri</a:t>
            </a:r>
            <a:r>
              <a:rPr lang="tr-TR" dirty="0" smtClean="0"/>
              <a:t> gösterilir.</a:t>
            </a:r>
          </a:p>
        </p:txBody>
      </p:sp>
    </p:spTree>
    <p:extLst>
      <p:ext uri="{BB962C8B-B14F-4D97-AF65-F5344CB8AC3E}">
        <p14:creationId xmlns:p14="http://schemas.microsoft.com/office/powerpoint/2010/main" val="4206536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SPRİTE VE NESNE OLUŞTURMA</a:t>
            </a:r>
            <a:endParaRPr lang="tr-TR" dirty="0"/>
          </a:p>
        </p:txBody>
      </p:sp>
      <p:sp>
        <p:nvSpPr>
          <p:cNvPr id="3" name="İçerik Yer Tutucusu 2"/>
          <p:cNvSpPr>
            <a:spLocks noGrp="1"/>
          </p:cNvSpPr>
          <p:nvPr>
            <p:ph idx="1"/>
          </p:nvPr>
        </p:nvSpPr>
        <p:spPr/>
        <p:txBody>
          <a:bodyPr rtlCol="0">
            <a:normAutofit lnSpcReduction="10000"/>
          </a:bodyPr>
          <a:lstStyle/>
          <a:p>
            <a:pPr algn="just"/>
            <a:r>
              <a:rPr lang="tr-TR" dirty="0" err="1" smtClean="0"/>
              <a:t>Scene</a:t>
            </a:r>
            <a:r>
              <a:rPr lang="tr-TR" dirty="0" smtClean="0"/>
              <a:t> penceresinde:</a:t>
            </a:r>
          </a:p>
          <a:p>
            <a:pPr algn="just"/>
            <a:r>
              <a:rPr lang="tr-TR" dirty="0" smtClean="0"/>
              <a:t>Q tuşu ile </a:t>
            </a:r>
            <a:r>
              <a:rPr lang="tr-TR" dirty="0" err="1" smtClean="0"/>
              <a:t>Pan</a:t>
            </a:r>
            <a:r>
              <a:rPr lang="tr-TR" dirty="0" smtClean="0"/>
              <a:t> </a:t>
            </a:r>
            <a:r>
              <a:rPr lang="tr-TR" dirty="0" err="1" smtClean="0"/>
              <a:t>moduna</a:t>
            </a:r>
            <a:r>
              <a:rPr lang="tr-TR" dirty="0" smtClean="0"/>
              <a:t> geçilerek sahnede hareket edilebilir.</a:t>
            </a:r>
          </a:p>
          <a:p>
            <a:pPr algn="just"/>
            <a:r>
              <a:rPr lang="tr-TR" dirty="0" smtClean="0"/>
              <a:t>W tuşu ile seçilen nesnenin konumu değiştirilebilir.</a:t>
            </a:r>
          </a:p>
          <a:p>
            <a:pPr algn="just"/>
            <a:r>
              <a:rPr lang="tr-TR" dirty="0" smtClean="0"/>
              <a:t>E tuşu ile seçilen nesnenin rotasyonu değiştirilebilir.</a:t>
            </a:r>
          </a:p>
          <a:p>
            <a:pPr algn="just"/>
            <a:r>
              <a:rPr lang="tr-TR" dirty="0" smtClean="0"/>
              <a:t>R tuşu ile seçilen nesnenin büyüklüğü değiştirilebilir.</a:t>
            </a:r>
          </a:p>
          <a:p>
            <a:pPr algn="just"/>
            <a:r>
              <a:rPr lang="tr-TR" dirty="0" smtClean="0"/>
              <a:t>T tuşu ile tüm eksenlerde ortak değişiklik yapılabilir.</a:t>
            </a:r>
          </a:p>
          <a:p>
            <a:pPr algn="just"/>
            <a:r>
              <a:rPr lang="tr-TR" dirty="0" smtClean="0"/>
              <a:t>Y tuşu ile W, E ve R tuşu ile yapılan işlemlerin tamamı birlikte yapılabilir; ancak </a:t>
            </a:r>
            <a:r>
              <a:rPr lang="tr-TR" dirty="0" err="1" smtClean="0"/>
              <a:t>arayüz</a:t>
            </a:r>
            <a:r>
              <a:rPr lang="tr-TR" dirty="0" smtClean="0"/>
              <a:t> biraz karmaşık hale gelebilir.</a:t>
            </a:r>
          </a:p>
          <a:p>
            <a:pPr algn="just"/>
            <a:r>
              <a:rPr lang="tr-TR" dirty="0" smtClean="0"/>
              <a:t>Yukarıdaki işlemlerin tamamı </a:t>
            </a:r>
            <a:r>
              <a:rPr lang="tr-TR" dirty="0" err="1" smtClean="0"/>
              <a:t>Scene</a:t>
            </a:r>
            <a:r>
              <a:rPr lang="tr-TR" dirty="0" smtClean="0"/>
              <a:t> penceresinde ki sol menü ile de yapılabilir</a:t>
            </a:r>
          </a:p>
        </p:txBody>
      </p:sp>
    </p:spTree>
    <p:extLst>
      <p:ext uri="{BB962C8B-B14F-4D97-AF65-F5344CB8AC3E}">
        <p14:creationId xmlns:p14="http://schemas.microsoft.com/office/powerpoint/2010/main" val="4045139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SPRİTE VE NESNE OLUŞTURMA</a:t>
            </a:r>
            <a:endParaRPr lang="tr-TR" dirty="0"/>
          </a:p>
        </p:txBody>
      </p:sp>
      <p:pic>
        <p:nvPicPr>
          <p:cNvPr id="4" name="İçerik Yer Tutucusu 3"/>
          <p:cNvPicPr>
            <a:picLocks noGrp="1" noChangeAspect="1"/>
          </p:cNvPicPr>
          <p:nvPr>
            <p:ph idx="1"/>
          </p:nvPr>
        </p:nvPicPr>
        <p:blipFill>
          <a:blip r:embed="rId3"/>
          <a:stretch>
            <a:fillRect/>
          </a:stretch>
        </p:blipFill>
        <p:spPr>
          <a:xfrm>
            <a:off x="2018270" y="2249488"/>
            <a:ext cx="8155460" cy="4324350"/>
          </a:xfrm>
          <a:prstGeom prst="rect">
            <a:avLst/>
          </a:prstGeom>
        </p:spPr>
      </p:pic>
    </p:spTree>
    <p:extLst>
      <p:ext uri="{BB962C8B-B14F-4D97-AF65-F5344CB8AC3E}">
        <p14:creationId xmlns:p14="http://schemas.microsoft.com/office/powerpoint/2010/main" val="1165287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COMPONENT(BİLEŞEN) KAVRAMI</a:t>
            </a:r>
            <a:endParaRPr lang="tr-TR" dirty="0"/>
          </a:p>
        </p:txBody>
      </p:sp>
      <p:sp>
        <p:nvSpPr>
          <p:cNvPr id="3" name="İçerik Yer Tutucusu 2"/>
          <p:cNvSpPr>
            <a:spLocks noGrp="1"/>
          </p:cNvSpPr>
          <p:nvPr>
            <p:ph idx="1"/>
          </p:nvPr>
        </p:nvSpPr>
        <p:spPr/>
        <p:txBody>
          <a:bodyPr rtlCol="0">
            <a:normAutofit/>
          </a:bodyPr>
          <a:lstStyle/>
          <a:p>
            <a:pPr algn="just"/>
            <a:r>
              <a:rPr lang="tr-TR" dirty="0" smtClean="0"/>
              <a:t>Unity3D’de </a:t>
            </a:r>
            <a:r>
              <a:rPr lang="tr-TR" dirty="0" err="1" smtClean="0"/>
              <a:t>component</a:t>
            </a:r>
            <a:r>
              <a:rPr lang="tr-TR" dirty="0" smtClean="0"/>
              <a:t>(bileşen) bir </a:t>
            </a:r>
            <a:r>
              <a:rPr lang="tr-TR" dirty="0" err="1" smtClean="0"/>
              <a:t>GameObject’in</a:t>
            </a:r>
            <a:r>
              <a:rPr lang="tr-TR" dirty="0" smtClean="0"/>
              <a:t> davranışını ve özelliklerini tanımlayan yapıdır. </a:t>
            </a:r>
            <a:r>
              <a:rPr lang="tr-TR" dirty="0" err="1" smtClean="0"/>
              <a:t>Hierarchy</a:t>
            </a:r>
            <a:r>
              <a:rPr lang="tr-TR" dirty="0" smtClean="0"/>
              <a:t> penceresinde bulunan </a:t>
            </a:r>
            <a:r>
              <a:rPr lang="tr-TR" dirty="0" err="1" smtClean="0"/>
              <a:t>herbir</a:t>
            </a:r>
            <a:r>
              <a:rPr lang="tr-TR" dirty="0" smtClean="0"/>
              <a:t> nesne </a:t>
            </a:r>
            <a:r>
              <a:rPr lang="tr-TR" dirty="0" err="1" smtClean="0"/>
              <a:t>componentler</a:t>
            </a:r>
            <a:r>
              <a:rPr lang="tr-TR" dirty="0" smtClean="0"/>
              <a:t> içermektedir. Bu </a:t>
            </a:r>
            <a:r>
              <a:rPr lang="tr-TR" dirty="0" err="1" smtClean="0"/>
              <a:t>componentler</a:t>
            </a:r>
            <a:r>
              <a:rPr lang="tr-TR" dirty="0" smtClean="0"/>
              <a:t> isteğe göre </a:t>
            </a:r>
            <a:r>
              <a:rPr lang="tr-TR" dirty="0" err="1" smtClean="0"/>
              <a:t>eklenio</a:t>
            </a:r>
            <a:r>
              <a:rPr lang="tr-TR" dirty="0" smtClean="0"/>
              <a:t> çıkarılabilir; ancak bütün </a:t>
            </a:r>
            <a:r>
              <a:rPr lang="tr-TR" dirty="0" err="1" smtClean="0"/>
              <a:t>componentler</a:t>
            </a:r>
            <a:r>
              <a:rPr lang="tr-TR" dirty="0" smtClean="0"/>
              <a:t> kaldırılsa bile </a:t>
            </a:r>
            <a:r>
              <a:rPr lang="tr-TR" dirty="0" err="1" smtClean="0"/>
              <a:t>Transform</a:t>
            </a:r>
            <a:r>
              <a:rPr lang="tr-TR" dirty="0" smtClean="0"/>
              <a:t> </a:t>
            </a:r>
            <a:r>
              <a:rPr lang="tr-TR" dirty="0" err="1" smtClean="0"/>
              <a:t>componenti</a:t>
            </a:r>
            <a:r>
              <a:rPr lang="tr-TR" dirty="0" smtClean="0"/>
              <a:t> kaldırılamaz. </a:t>
            </a:r>
            <a:r>
              <a:rPr lang="tr-TR" dirty="0" err="1" smtClean="0"/>
              <a:t>Square</a:t>
            </a:r>
            <a:r>
              <a:rPr lang="tr-TR" dirty="0" smtClean="0"/>
              <a:t> nesnesinin </a:t>
            </a:r>
            <a:r>
              <a:rPr lang="tr-TR" dirty="0" err="1" smtClean="0"/>
              <a:t>Inspector</a:t>
            </a:r>
            <a:r>
              <a:rPr lang="tr-TR" dirty="0" smtClean="0"/>
              <a:t> penceresi incelenirse şunlar görülür: </a:t>
            </a:r>
            <a:r>
              <a:rPr lang="tr-TR" dirty="0" err="1" smtClean="0"/>
              <a:t>Transform</a:t>
            </a:r>
            <a:r>
              <a:rPr lang="tr-TR" dirty="0" smtClean="0"/>
              <a:t>, </a:t>
            </a:r>
            <a:r>
              <a:rPr lang="tr-TR" dirty="0" err="1" smtClean="0"/>
              <a:t>Sprite</a:t>
            </a:r>
            <a:r>
              <a:rPr lang="tr-TR" dirty="0" smtClean="0"/>
              <a:t> </a:t>
            </a:r>
            <a:r>
              <a:rPr lang="tr-TR" dirty="0" err="1" smtClean="0"/>
              <a:t>Renderer</a:t>
            </a:r>
            <a:r>
              <a:rPr lang="tr-TR" dirty="0" smtClean="0"/>
              <a:t> ve </a:t>
            </a:r>
            <a:r>
              <a:rPr lang="tr-TR" dirty="0" err="1" smtClean="0"/>
              <a:t>Sprites-Default</a:t>
            </a:r>
            <a:r>
              <a:rPr lang="tr-TR" dirty="0" smtClean="0"/>
              <a:t>(</a:t>
            </a:r>
            <a:r>
              <a:rPr lang="tr-TR" dirty="0" err="1" smtClean="0"/>
              <a:t>Material</a:t>
            </a:r>
            <a:r>
              <a:rPr lang="tr-TR" dirty="0" smtClean="0"/>
              <a:t>).</a:t>
            </a:r>
          </a:p>
        </p:txBody>
      </p:sp>
    </p:spTree>
    <p:extLst>
      <p:ext uri="{BB962C8B-B14F-4D97-AF65-F5344CB8AC3E}">
        <p14:creationId xmlns:p14="http://schemas.microsoft.com/office/powerpoint/2010/main" val="2955157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COMPONENT(BİLEŞEN) KAVRAMI</a:t>
            </a:r>
            <a:endParaRPr lang="tr-TR" dirty="0"/>
          </a:p>
        </p:txBody>
      </p:sp>
      <p:sp>
        <p:nvSpPr>
          <p:cNvPr id="3" name="İçerik Yer Tutucusu 2"/>
          <p:cNvSpPr>
            <a:spLocks noGrp="1"/>
          </p:cNvSpPr>
          <p:nvPr>
            <p:ph idx="1"/>
          </p:nvPr>
        </p:nvSpPr>
        <p:spPr/>
        <p:txBody>
          <a:bodyPr rtlCol="0">
            <a:normAutofit/>
          </a:bodyPr>
          <a:lstStyle/>
          <a:p>
            <a:pPr algn="just"/>
            <a:r>
              <a:rPr lang="tr-TR" dirty="0" smtClean="0"/>
              <a:t>Burada </a:t>
            </a:r>
            <a:r>
              <a:rPr lang="tr-TR" dirty="0" err="1" smtClean="0"/>
              <a:t>Transform</a:t>
            </a:r>
            <a:r>
              <a:rPr lang="tr-TR" dirty="0" smtClean="0"/>
              <a:t> nesnenin konumunu, </a:t>
            </a:r>
            <a:r>
              <a:rPr lang="tr-TR" dirty="0" err="1" smtClean="0"/>
              <a:t>rostasyonunu</a:t>
            </a:r>
            <a:r>
              <a:rPr lang="tr-TR" dirty="0" smtClean="0"/>
              <a:t> ve büyüklüğünü x, y ve z eksenlerinde tutan </a:t>
            </a:r>
            <a:r>
              <a:rPr lang="tr-TR" dirty="0" err="1" smtClean="0"/>
              <a:t>componenttir</a:t>
            </a:r>
            <a:r>
              <a:rPr lang="tr-TR" dirty="0" smtClean="0"/>
              <a:t>. 2 boyutlu ortam da bir proje açılırsa z ekseni değişimleri net bir şekilde görülemeyebilir. </a:t>
            </a:r>
            <a:r>
              <a:rPr lang="tr-TR" dirty="0" err="1" smtClean="0"/>
              <a:t>Sprite</a:t>
            </a:r>
            <a:r>
              <a:rPr lang="tr-TR" dirty="0" smtClean="0"/>
              <a:t> </a:t>
            </a:r>
            <a:r>
              <a:rPr lang="tr-TR" dirty="0" err="1" smtClean="0"/>
              <a:t>Renderer</a:t>
            </a:r>
            <a:r>
              <a:rPr lang="tr-TR" dirty="0" smtClean="0"/>
              <a:t> nesnenin görüntülenmesini sağlayan </a:t>
            </a:r>
            <a:r>
              <a:rPr lang="tr-TR" dirty="0" err="1" smtClean="0"/>
              <a:t>componenttir</a:t>
            </a:r>
            <a:r>
              <a:rPr lang="tr-TR" dirty="0" smtClean="0"/>
              <a:t>. </a:t>
            </a:r>
            <a:r>
              <a:rPr lang="tr-TR" dirty="0" err="1"/>
              <a:t>Sprites-Default</a:t>
            </a:r>
            <a:r>
              <a:rPr lang="tr-TR" dirty="0"/>
              <a:t>(</a:t>
            </a:r>
            <a:r>
              <a:rPr lang="tr-TR" dirty="0" err="1"/>
              <a:t>Material</a:t>
            </a:r>
            <a:r>
              <a:rPr lang="tr-TR" dirty="0" smtClean="0"/>
              <a:t>) ise nesnenin rengini, kaplamasını vb. içeren bir materyaldir. Bu yapı </a:t>
            </a:r>
            <a:r>
              <a:rPr lang="tr-TR" dirty="0" err="1" smtClean="0"/>
              <a:t>component</a:t>
            </a:r>
            <a:r>
              <a:rPr lang="tr-TR" dirty="0" smtClean="0"/>
              <a:t> gibi </a:t>
            </a:r>
            <a:r>
              <a:rPr lang="tr-TR" dirty="0" err="1" smtClean="0"/>
              <a:t>Inspector’da</a:t>
            </a:r>
            <a:r>
              <a:rPr lang="tr-TR" dirty="0" smtClean="0"/>
              <a:t> görüntülense de teknik açıdan bir </a:t>
            </a:r>
            <a:r>
              <a:rPr lang="tr-TR" dirty="0" err="1" smtClean="0"/>
              <a:t>component</a:t>
            </a:r>
            <a:r>
              <a:rPr lang="tr-TR" dirty="0" smtClean="0"/>
              <a:t> olmadığı söylenebilir.</a:t>
            </a:r>
          </a:p>
        </p:txBody>
      </p:sp>
    </p:spTree>
    <p:extLst>
      <p:ext uri="{BB962C8B-B14F-4D97-AF65-F5344CB8AC3E}">
        <p14:creationId xmlns:p14="http://schemas.microsoft.com/office/powerpoint/2010/main" val="946950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COMPONENT(BİLEŞEN) KAVRAMI</a:t>
            </a:r>
            <a:endParaRPr lang="tr-TR" dirty="0"/>
          </a:p>
        </p:txBody>
      </p:sp>
      <p:sp>
        <p:nvSpPr>
          <p:cNvPr id="3" name="İçerik Yer Tutucusu 2"/>
          <p:cNvSpPr>
            <a:spLocks noGrp="1"/>
          </p:cNvSpPr>
          <p:nvPr>
            <p:ph idx="1"/>
          </p:nvPr>
        </p:nvSpPr>
        <p:spPr/>
        <p:txBody>
          <a:bodyPr rtlCol="0">
            <a:normAutofit/>
          </a:bodyPr>
          <a:lstStyle/>
          <a:p>
            <a:pPr algn="just"/>
            <a:r>
              <a:rPr lang="tr-TR" dirty="0" smtClean="0"/>
              <a:t>Bunun dışında </a:t>
            </a:r>
            <a:r>
              <a:rPr lang="tr-TR" dirty="0" err="1" smtClean="0"/>
              <a:t>Inspector</a:t>
            </a:r>
            <a:r>
              <a:rPr lang="tr-TR" dirty="0" smtClean="0"/>
              <a:t> menüsünde nesne tik işareti ile aktif ve </a:t>
            </a:r>
            <a:r>
              <a:rPr lang="tr-TR" dirty="0" err="1" smtClean="0"/>
              <a:t>deaktif</a:t>
            </a:r>
            <a:r>
              <a:rPr lang="tr-TR" dirty="0" smtClean="0"/>
              <a:t> hale getirilebilir, nesnenin adı değiştirilebilir, nesneye bir </a:t>
            </a:r>
            <a:r>
              <a:rPr lang="tr-TR" dirty="0" err="1" smtClean="0"/>
              <a:t>tag</a:t>
            </a:r>
            <a:r>
              <a:rPr lang="tr-TR" dirty="0" smtClean="0"/>
              <a:t>(etiket) verilerek kod tarafında daha kolay bir ulaşım </a:t>
            </a:r>
            <a:r>
              <a:rPr lang="tr-TR" dirty="0" err="1" smtClean="0"/>
              <a:t>sağlabilir</a:t>
            </a:r>
            <a:r>
              <a:rPr lang="tr-TR" dirty="0" smtClean="0"/>
              <a:t>, nesnenin </a:t>
            </a:r>
            <a:r>
              <a:rPr lang="tr-TR" dirty="0" err="1" smtClean="0"/>
              <a:t>layerı</a:t>
            </a:r>
            <a:r>
              <a:rPr lang="tr-TR" dirty="0" smtClean="0"/>
              <a:t>(katman) değiştirilebilir, nesneye işaretçi rengi atanarak daha kolay bir şekilde izlenebilir, menü kilitlenebilir ve nesne </a:t>
            </a:r>
            <a:r>
              <a:rPr lang="tr-TR" dirty="0" err="1" smtClean="0"/>
              <a:t>static</a:t>
            </a:r>
            <a:r>
              <a:rPr lang="tr-TR" dirty="0" smtClean="0"/>
              <a:t> olarak işaretlenebilir.</a:t>
            </a:r>
          </a:p>
          <a:p>
            <a:pPr algn="just"/>
            <a:r>
              <a:rPr lang="tr-TR" dirty="0" smtClean="0"/>
              <a:t>Unity3D’de sahnede hareket etmeyen, animasyonu olmayan nesneler </a:t>
            </a:r>
            <a:r>
              <a:rPr lang="tr-TR" dirty="0" err="1" smtClean="0"/>
              <a:t>static</a:t>
            </a:r>
            <a:r>
              <a:rPr lang="tr-TR" dirty="0" smtClean="0"/>
              <a:t> olarak işaretlenebilir. Bu optimizasyon ve FPS açısından oldukça olumlu bir etki oluşturur.</a:t>
            </a:r>
          </a:p>
        </p:txBody>
      </p:sp>
    </p:spTree>
    <p:extLst>
      <p:ext uri="{BB962C8B-B14F-4D97-AF65-F5344CB8AC3E}">
        <p14:creationId xmlns:p14="http://schemas.microsoft.com/office/powerpoint/2010/main" val="1086027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COMPONENT(BİLEŞEN) KAVRAMI</a:t>
            </a:r>
            <a:endParaRPr lang="tr-TR" dirty="0"/>
          </a:p>
        </p:txBody>
      </p:sp>
      <p:sp>
        <p:nvSpPr>
          <p:cNvPr id="3" name="İçerik Yer Tutucusu 2"/>
          <p:cNvSpPr>
            <a:spLocks noGrp="1"/>
          </p:cNvSpPr>
          <p:nvPr>
            <p:ph idx="1"/>
          </p:nvPr>
        </p:nvSpPr>
        <p:spPr/>
        <p:txBody>
          <a:bodyPr rtlCol="0">
            <a:normAutofit/>
          </a:bodyPr>
          <a:lstStyle/>
          <a:p>
            <a:pPr algn="just"/>
            <a:r>
              <a:rPr lang="tr-TR" dirty="0" err="1" smtClean="0"/>
              <a:t>Inspector</a:t>
            </a:r>
            <a:r>
              <a:rPr lang="tr-TR" dirty="0" smtClean="0"/>
              <a:t> menüsünün ve </a:t>
            </a:r>
            <a:r>
              <a:rPr lang="tr-TR" dirty="0" err="1" smtClean="0"/>
              <a:t>componentlerin</a:t>
            </a:r>
            <a:r>
              <a:rPr lang="tr-TR" dirty="0" smtClean="0"/>
              <a:t> yanındaki üç nokta işaretlerine tıklanarak ek ayarlar yapılabilir.</a:t>
            </a:r>
          </a:p>
        </p:txBody>
      </p:sp>
      <p:pic>
        <p:nvPicPr>
          <p:cNvPr id="5" name="Resim 4"/>
          <p:cNvPicPr>
            <a:picLocks noChangeAspect="1"/>
          </p:cNvPicPr>
          <p:nvPr/>
        </p:nvPicPr>
        <p:blipFill>
          <a:blip r:embed="rId3"/>
          <a:stretch>
            <a:fillRect/>
          </a:stretch>
        </p:blipFill>
        <p:spPr>
          <a:xfrm>
            <a:off x="696000" y="3204347"/>
            <a:ext cx="10800000" cy="2643984"/>
          </a:xfrm>
          <a:prstGeom prst="rect">
            <a:avLst/>
          </a:prstGeom>
        </p:spPr>
      </p:pic>
    </p:spTree>
    <p:extLst>
      <p:ext uri="{BB962C8B-B14F-4D97-AF65-F5344CB8AC3E}">
        <p14:creationId xmlns:p14="http://schemas.microsoft.com/office/powerpoint/2010/main" val="4211469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COMPONENT(BİLEŞEN) KAVRAMI</a:t>
            </a:r>
            <a:endParaRPr lang="tr-TR" dirty="0"/>
          </a:p>
        </p:txBody>
      </p:sp>
      <p:sp>
        <p:nvSpPr>
          <p:cNvPr id="3" name="İçerik Yer Tutucusu 2"/>
          <p:cNvSpPr>
            <a:spLocks noGrp="1"/>
          </p:cNvSpPr>
          <p:nvPr>
            <p:ph idx="1"/>
          </p:nvPr>
        </p:nvSpPr>
        <p:spPr/>
        <p:txBody>
          <a:bodyPr rtlCol="0">
            <a:normAutofit/>
          </a:bodyPr>
          <a:lstStyle/>
          <a:p>
            <a:pPr algn="just"/>
            <a:r>
              <a:rPr lang="tr-TR" dirty="0" err="1" smtClean="0"/>
              <a:t>Inspector</a:t>
            </a:r>
            <a:r>
              <a:rPr lang="tr-TR" dirty="0" smtClean="0"/>
              <a:t> menüsünün ve </a:t>
            </a:r>
            <a:r>
              <a:rPr lang="tr-TR" dirty="0" err="1" smtClean="0"/>
              <a:t>componentlerin</a:t>
            </a:r>
            <a:r>
              <a:rPr lang="tr-TR" dirty="0" smtClean="0"/>
              <a:t> yanındaki üç nokta işaretlerine tıklanarak ek ayarlar yapılabilir.</a:t>
            </a:r>
          </a:p>
        </p:txBody>
      </p:sp>
      <p:pic>
        <p:nvPicPr>
          <p:cNvPr id="5" name="Resim 4"/>
          <p:cNvPicPr>
            <a:picLocks noChangeAspect="1"/>
          </p:cNvPicPr>
          <p:nvPr/>
        </p:nvPicPr>
        <p:blipFill>
          <a:blip r:embed="rId3"/>
          <a:stretch>
            <a:fillRect/>
          </a:stretch>
        </p:blipFill>
        <p:spPr>
          <a:xfrm>
            <a:off x="696000" y="3204347"/>
            <a:ext cx="10800000" cy="2643984"/>
          </a:xfrm>
          <a:prstGeom prst="rect">
            <a:avLst/>
          </a:prstGeom>
        </p:spPr>
      </p:pic>
    </p:spTree>
    <p:extLst>
      <p:ext uri="{BB962C8B-B14F-4D97-AF65-F5344CB8AC3E}">
        <p14:creationId xmlns:p14="http://schemas.microsoft.com/office/powerpoint/2010/main" val="1295131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SCRİPT OLUŞTURMA</a:t>
            </a:r>
            <a:endParaRPr lang="tr-TR" dirty="0"/>
          </a:p>
        </p:txBody>
      </p:sp>
      <p:sp>
        <p:nvSpPr>
          <p:cNvPr id="3" name="İçerik Yer Tutucusu 2"/>
          <p:cNvSpPr>
            <a:spLocks noGrp="1"/>
          </p:cNvSpPr>
          <p:nvPr>
            <p:ph idx="1"/>
          </p:nvPr>
        </p:nvSpPr>
        <p:spPr/>
        <p:txBody>
          <a:bodyPr rtlCol="0">
            <a:normAutofit/>
          </a:bodyPr>
          <a:lstStyle/>
          <a:p>
            <a:pPr algn="just"/>
            <a:r>
              <a:rPr lang="tr-TR" dirty="0" smtClean="0"/>
              <a:t>Unity3D C# programlama dilini kullanan bir oyun motorudur. Ekranda Project penceresi </a:t>
            </a:r>
            <a:r>
              <a:rPr lang="tr-TR" dirty="0" err="1" smtClean="0"/>
              <a:t>klasörleme</a:t>
            </a:r>
            <a:r>
              <a:rPr lang="tr-TR" dirty="0" smtClean="0"/>
              <a:t> için kullanılan bir penceredir. Burada </a:t>
            </a:r>
            <a:r>
              <a:rPr lang="tr-TR" dirty="0" err="1" smtClean="0"/>
              <a:t>Scripts</a:t>
            </a:r>
            <a:r>
              <a:rPr lang="tr-TR" dirty="0" smtClean="0"/>
              <a:t> adında bir klasör oluşturularak(sağ tık -&gt; </a:t>
            </a:r>
            <a:r>
              <a:rPr lang="tr-TR" dirty="0" err="1" smtClean="0"/>
              <a:t>Create</a:t>
            </a:r>
            <a:r>
              <a:rPr lang="tr-TR" dirty="0" smtClean="0"/>
              <a:t> -&gt; </a:t>
            </a:r>
            <a:r>
              <a:rPr lang="tr-TR" dirty="0" err="1" smtClean="0"/>
              <a:t>Folder</a:t>
            </a:r>
            <a:r>
              <a:rPr lang="tr-TR" dirty="0" smtClean="0"/>
              <a:t>) bu klasör içerisinde sağ tık -&gt; </a:t>
            </a:r>
            <a:r>
              <a:rPr lang="tr-TR" dirty="0" err="1" smtClean="0"/>
              <a:t>Create</a:t>
            </a:r>
            <a:r>
              <a:rPr lang="tr-TR" dirty="0" smtClean="0"/>
              <a:t> -&gt; C# </a:t>
            </a:r>
            <a:r>
              <a:rPr lang="tr-TR" dirty="0" err="1" smtClean="0"/>
              <a:t>Script</a:t>
            </a:r>
            <a:r>
              <a:rPr lang="tr-TR" dirty="0" smtClean="0"/>
              <a:t> yolu izlenerek bir C# kodu oluşturulabilir.</a:t>
            </a:r>
          </a:p>
          <a:p>
            <a:pPr algn="just"/>
            <a:endParaRPr lang="tr-TR" dirty="0" smtClean="0"/>
          </a:p>
        </p:txBody>
      </p:sp>
      <p:pic>
        <p:nvPicPr>
          <p:cNvPr id="4" name="Resim 3"/>
          <p:cNvPicPr>
            <a:picLocks noChangeAspect="1"/>
          </p:cNvPicPr>
          <p:nvPr/>
        </p:nvPicPr>
        <p:blipFill>
          <a:blip r:embed="rId3"/>
          <a:stretch>
            <a:fillRect/>
          </a:stretch>
        </p:blipFill>
        <p:spPr>
          <a:xfrm>
            <a:off x="4419454" y="4509337"/>
            <a:ext cx="3353091" cy="2065199"/>
          </a:xfrm>
          <a:prstGeom prst="rect">
            <a:avLst/>
          </a:prstGeom>
        </p:spPr>
      </p:pic>
    </p:spTree>
    <p:extLst>
      <p:ext uri="{BB962C8B-B14F-4D97-AF65-F5344CB8AC3E}">
        <p14:creationId xmlns:p14="http://schemas.microsoft.com/office/powerpoint/2010/main" val="189163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SCRİPT OLUŞTURMA</a:t>
            </a:r>
            <a:endParaRPr lang="tr-TR" dirty="0"/>
          </a:p>
        </p:txBody>
      </p:sp>
      <p:sp>
        <p:nvSpPr>
          <p:cNvPr id="3" name="İçerik Yer Tutucusu 2"/>
          <p:cNvSpPr>
            <a:spLocks noGrp="1"/>
          </p:cNvSpPr>
          <p:nvPr>
            <p:ph idx="1"/>
          </p:nvPr>
        </p:nvSpPr>
        <p:spPr/>
        <p:txBody>
          <a:bodyPr rtlCol="0">
            <a:normAutofit/>
          </a:bodyPr>
          <a:lstStyle/>
          <a:p>
            <a:pPr algn="just"/>
            <a:r>
              <a:rPr lang="tr-TR" dirty="0" smtClean="0"/>
              <a:t>Kod çift tıklanarak açılabilir. </a:t>
            </a:r>
            <a:r>
              <a:rPr lang="tr-TR" dirty="0" err="1" smtClean="0"/>
              <a:t>Unity</a:t>
            </a:r>
            <a:r>
              <a:rPr lang="tr-TR" dirty="0" smtClean="0"/>
              <a:t> Visual </a:t>
            </a:r>
            <a:r>
              <a:rPr lang="tr-TR" dirty="0" err="1" smtClean="0"/>
              <a:t>Studio</a:t>
            </a:r>
            <a:r>
              <a:rPr lang="tr-TR" dirty="0" smtClean="0"/>
              <a:t> </a:t>
            </a:r>
            <a:r>
              <a:rPr lang="tr-TR" dirty="0" err="1" smtClean="0"/>
              <a:t>IDE’sini</a:t>
            </a:r>
            <a:r>
              <a:rPr lang="tr-TR" dirty="0" smtClean="0"/>
              <a:t> kullanmaktadır; ancak istenirse </a:t>
            </a:r>
            <a:r>
              <a:rPr lang="tr-TR" dirty="0" err="1" smtClean="0"/>
              <a:t>Rider</a:t>
            </a:r>
            <a:r>
              <a:rPr lang="tr-TR" dirty="0" smtClean="0"/>
              <a:t> veya Visual </a:t>
            </a:r>
            <a:r>
              <a:rPr lang="tr-TR" dirty="0" err="1" smtClean="0"/>
              <a:t>Studio</a:t>
            </a:r>
            <a:r>
              <a:rPr lang="tr-TR" dirty="0" smtClean="0"/>
              <a:t> </a:t>
            </a:r>
            <a:r>
              <a:rPr lang="tr-TR" dirty="0" err="1" smtClean="0"/>
              <a:t>Code</a:t>
            </a:r>
            <a:r>
              <a:rPr lang="tr-TR" dirty="0" smtClean="0"/>
              <a:t> gibi programlarda kullanılabilir. </a:t>
            </a:r>
            <a:r>
              <a:rPr lang="tr-TR" dirty="0" err="1" smtClean="0"/>
              <a:t>Unity</a:t>
            </a:r>
            <a:r>
              <a:rPr lang="tr-TR" dirty="0" smtClean="0"/>
              <a:t> 2022.3.45f1 sürümünde varsayılan olarak gelen kod sonraki sayfada gösterilmiştir.</a:t>
            </a:r>
          </a:p>
          <a:p>
            <a:pPr algn="just"/>
            <a:endParaRPr lang="tr-TR" dirty="0" smtClean="0"/>
          </a:p>
        </p:txBody>
      </p:sp>
    </p:spTree>
    <p:extLst>
      <p:ext uri="{BB962C8B-B14F-4D97-AF65-F5344CB8AC3E}">
        <p14:creationId xmlns:p14="http://schemas.microsoft.com/office/powerpoint/2010/main" val="1798706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SCRİPT OLUŞTURMA</a:t>
            </a:r>
            <a:endParaRPr lang="tr-TR" dirty="0"/>
          </a:p>
        </p:txBody>
      </p:sp>
      <p:sp>
        <p:nvSpPr>
          <p:cNvPr id="3" name="İçerik Yer Tutucusu 2"/>
          <p:cNvSpPr>
            <a:spLocks noGrp="1"/>
          </p:cNvSpPr>
          <p:nvPr>
            <p:ph idx="1"/>
          </p:nvPr>
        </p:nvSpPr>
        <p:spPr/>
        <p:txBody>
          <a:bodyPr rtlCol="0">
            <a:normAutofit fontScale="55000" lnSpcReduction="20000"/>
          </a:bodyPr>
          <a:lstStyle/>
          <a:p>
            <a:pPr marL="624078" indent="-514350">
              <a:buFont typeface="+mj-lt"/>
              <a:buAutoNum type="arabicPeriod"/>
            </a:pPr>
            <a:r>
              <a:rPr lang="tr-TR" dirty="0" err="1"/>
              <a:t>using</a:t>
            </a:r>
            <a:r>
              <a:rPr lang="tr-TR" dirty="0"/>
              <a:t> </a:t>
            </a:r>
            <a:r>
              <a:rPr lang="tr-TR" dirty="0" err="1"/>
              <a:t>System.Collections</a:t>
            </a:r>
            <a:r>
              <a:rPr lang="tr-TR" dirty="0"/>
              <a:t>;</a:t>
            </a:r>
          </a:p>
          <a:p>
            <a:pPr marL="624078" indent="-514350">
              <a:buFont typeface="+mj-lt"/>
              <a:buAutoNum type="arabicPeriod"/>
            </a:pPr>
            <a:r>
              <a:rPr lang="tr-TR" dirty="0" err="1"/>
              <a:t>using</a:t>
            </a:r>
            <a:r>
              <a:rPr lang="tr-TR" dirty="0"/>
              <a:t> </a:t>
            </a:r>
            <a:r>
              <a:rPr lang="tr-TR" dirty="0" err="1"/>
              <a:t>System.Collections.Generic</a:t>
            </a:r>
            <a:r>
              <a:rPr lang="tr-TR" dirty="0"/>
              <a:t>;</a:t>
            </a:r>
          </a:p>
          <a:p>
            <a:pPr marL="624078" indent="-514350">
              <a:buFont typeface="+mj-lt"/>
              <a:buAutoNum type="arabicPeriod"/>
            </a:pPr>
            <a:r>
              <a:rPr lang="tr-TR" dirty="0" err="1"/>
              <a:t>using</a:t>
            </a:r>
            <a:r>
              <a:rPr lang="tr-TR" dirty="0"/>
              <a:t> </a:t>
            </a:r>
            <a:r>
              <a:rPr lang="tr-TR" dirty="0" err="1"/>
              <a:t>UnityEngine</a:t>
            </a:r>
            <a:r>
              <a:rPr lang="tr-TR" dirty="0"/>
              <a:t>;</a:t>
            </a:r>
          </a:p>
          <a:p>
            <a:pPr marL="624078" indent="-514350">
              <a:buFont typeface="+mj-lt"/>
              <a:buAutoNum type="arabicPeriod"/>
            </a:pPr>
            <a:endParaRPr lang="tr-TR" dirty="0"/>
          </a:p>
          <a:p>
            <a:pPr marL="624078" indent="-514350">
              <a:buFont typeface="+mj-lt"/>
              <a:buAutoNum type="arabicPeriod"/>
            </a:pPr>
            <a:r>
              <a:rPr lang="tr-TR" dirty="0" err="1"/>
              <a:t>public</a:t>
            </a:r>
            <a:r>
              <a:rPr lang="tr-TR" dirty="0"/>
              <a:t> </a:t>
            </a:r>
            <a:r>
              <a:rPr lang="tr-TR" dirty="0" err="1"/>
              <a:t>class</a:t>
            </a:r>
            <a:r>
              <a:rPr lang="tr-TR" dirty="0"/>
              <a:t> ornek1 : </a:t>
            </a:r>
            <a:r>
              <a:rPr lang="tr-TR" dirty="0" err="1"/>
              <a:t>MonoBehaviour</a:t>
            </a:r>
            <a:endParaRPr lang="tr-TR" dirty="0"/>
          </a:p>
          <a:p>
            <a:pPr marL="624078" indent="-514350">
              <a:buFont typeface="+mj-lt"/>
              <a:buAutoNum type="arabicPeriod"/>
            </a:pPr>
            <a:r>
              <a:rPr lang="tr-TR" dirty="0"/>
              <a:t>{</a:t>
            </a:r>
          </a:p>
          <a:p>
            <a:pPr marL="624078" indent="-514350">
              <a:buFont typeface="+mj-lt"/>
              <a:buAutoNum type="arabicPeriod"/>
            </a:pPr>
            <a:r>
              <a:rPr lang="en-US" dirty="0"/>
              <a:t>    // Start is called before the first frame update</a:t>
            </a:r>
          </a:p>
          <a:p>
            <a:pPr marL="624078" indent="-514350">
              <a:buFont typeface="+mj-lt"/>
              <a:buAutoNum type="arabicPeriod"/>
            </a:pPr>
            <a:r>
              <a:rPr lang="tr-TR" dirty="0"/>
              <a:t>    </a:t>
            </a:r>
            <a:r>
              <a:rPr lang="tr-TR" dirty="0" err="1"/>
              <a:t>void</a:t>
            </a:r>
            <a:r>
              <a:rPr lang="tr-TR" dirty="0"/>
              <a:t> Start()</a:t>
            </a:r>
          </a:p>
          <a:p>
            <a:pPr marL="624078" indent="-514350">
              <a:buFont typeface="+mj-lt"/>
              <a:buAutoNum type="arabicPeriod"/>
            </a:pPr>
            <a:r>
              <a:rPr lang="tr-TR" dirty="0"/>
              <a:t>    {</a:t>
            </a:r>
          </a:p>
          <a:p>
            <a:pPr marL="624078" indent="-514350">
              <a:buFont typeface="+mj-lt"/>
              <a:buAutoNum type="arabicPeriod"/>
            </a:pPr>
            <a:r>
              <a:rPr lang="tr-TR" dirty="0"/>
              <a:t>        </a:t>
            </a:r>
          </a:p>
          <a:p>
            <a:pPr marL="624078" indent="-514350">
              <a:buFont typeface="+mj-lt"/>
              <a:buAutoNum type="arabicPeriod"/>
            </a:pPr>
            <a:r>
              <a:rPr lang="tr-TR" dirty="0"/>
              <a:t>    }</a:t>
            </a:r>
          </a:p>
          <a:p>
            <a:pPr marL="624078" indent="-514350">
              <a:buFont typeface="+mj-lt"/>
              <a:buAutoNum type="arabicPeriod"/>
            </a:pPr>
            <a:endParaRPr lang="tr-TR" dirty="0"/>
          </a:p>
          <a:p>
            <a:pPr marL="624078" indent="-514350">
              <a:buFont typeface="+mj-lt"/>
              <a:buAutoNum type="arabicPeriod"/>
            </a:pPr>
            <a:r>
              <a:rPr lang="en-US" dirty="0"/>
              <a:t>    // Update is called once per frame</a:t>
            </a:r>
          </a:p>
          <a:p>
            <a:pPr marL="624078" indent="-514350">
              <a:buFont typeface="+mj-lt"/>
              <a:buAutoNum type="arabicPeriod"/>
            </a:pPr>
            <a:r>
              <a:rPr lang="tr-TR" dirty="0"/>
              <a:t>    </a:t>
            </a:r>
            <a:r>
              <a:rPr lang="tr-TR" dirty="0" err="1"/>
              <a:t>void</a:t>
            </a:r>
            <a:r>
              <a:rPr lang="tr-TR" dirty="0"/>
              <a:t> Update()</a:t>
            </a:r>
          </a:p>
          <a:p>
            <a:pPr marL="624078" indent="-514350">
              <a:buFont typeface="+mj-lt"/>
              <a:buAutoNum type="arabicPeriod"/>
            </a:pPr>
            <a:r>
              <a:rPr lang="tr-TR" dirty="0"/>
              <a:t>    {</a:t>
            </a:r>
          </a:p>
          <a:p>
            <a:pPr marL="624078" indent="-514350">
              <a:buFont typeface="+mj-lt"/>
              <a:buAutoNum type="arabicPeriod"/>
            </a:pPr>
            <a:r>
              <a:rPr lang="tr-TR" dirty="0"/>
              <a:t>        </a:t>
            </a:r>
          </a:p>
          <a:p>
            <a:pPr marL="624078" indent="-514350">
              <a:buFont typeface="+mj-lt"/>
              <a:buAutoNum type="arabicPeriod"/>
            </a:pPr>
            <a:r>
              <a:rPr lang="tr-TR" dirty="0"/>
              <a:t>    }</a:t>
            </a:r>
          </a:p>
          <a:p>
            <a:pPr marL="624078" indent="-514350">
              <a:buFont typeface="+mj-lt"/>
              <a:buAutoNum type="arabicPeriod"/>
            </a:pPr>
            <a:r>
              <a:rPr lang="tr-TR" dirty="0"/>
              <a:t>}</a:t>
            </a:r>
          </a:p>
          <a:p>
            <a:pPr marL="624078" indent="-514350" algn="just">
              <a:buFont typeface="+mj-lt"/>
              <a:buAutoNum type="arabicPeriod"/>
            </a:pPr>
            <a:endParaRPr lang="tr-TR" dirty="0" smtClean="0"/>
          </a:p>
        </p:txBody>
      </p:sp>
    </p:spTree>
    <p:extLst>
      <p:ext uri="{BB962C8B-B14F-4D97-AF65-F5344CB8AC3E}">
        <p14:creationId xmlns:p14="http://schemas.microsoft.com/office/powerpoint/2010/main" val="829355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SCRİPT OLUŞTURMA</a:t>
            </a:r>
            <a:endParaRPr lang="tr-TR" dirty="0"/>
          </a:p>
        </p:txBody>
      </p:sp>
      <p:sp>
        <p:nvSpPr>
          <p:cNvPr id="3" name="İçerik Yer Tutucusu 2"/>
          <p:cNvSpPr>
            <a:spLocks noGrp="1"/>
          </p:cNvSpPr>
          <p:nvPr>
            <p:ph idx="1"/>
          </p:nvPr>
        </p:nvSpPr>
        <p:spPr/>
        <p:txBody>
          <a:bodyPr rtlCol="0">
            <a:normAutofit/>
          </a:bodyPr>
          <a:lstStyle/>
          <a:p>
            <a:pPr algn="just"/>
            <a:r>
              <a:rPr lang="tr-TR" dirty="0" smtClean="0"/>
              <a:t>Varsayılan kodda 1-3. satırlar arası kullanılan </a:t>
            </a:r>
            <a:r>
              <a:rPr lang="tr-TR" dirty="0" err="1" smtClean="0"/>
              <a:t>namespaceleri</a:t>
            </a:r>
            <a:r>
              <a:rPr lang="tr-TR" dirty="0" smtClean="0"/>
              <a:t> ifade etmektedir. Bunlar Unity3D tarafından bizlere sağlanan </a:t>
            </a:r>
            <a:r>
              <a:rPr lang="tr-TR" dirty="0" err="1" smtClean="0"/>
              <a:t>classları</a:t>
            </a:r>
            <a:r>
              <a:rPr lang="tr-TR" dirty="0" smtClean="0"/>
              <a:t>, bunların </a:t>
            </a:r>
            <a:r>
              <a:rPr lang="tr-TR" dirty="0" err="1" smtClean="0"/>
              <a:t>fieldlarını</a:t>
            </a:r>
            <a:r>
              <a:rPr lang="tr-TR" dirty="0" smtClean="0"/>
              <a:t>, </a:t>
            </a:r>
            <a:r>
              <a:rPr lang="tr-TR" dirty="0" err="1" smtClean="0"/>
              <a:t>propertylerini</a:t>
            </a:r>
            <a:r>
              <a:rPr lang="tr-TR" dirty="0" smtClean="0"/>
              <a:t>, metotlarını ve </a:t>
            </a:r>
            <a:r>
              <a:rPr lang="tr-TR" dirty="0" err="1" smtClean="0"/>
              <a:t>indexerlarını</a:t>
            </a:r>
            <a:r>
              <a:rPr lang="tr-TR" dirty="0" smtClean="0"/>
              <a:t> içerir. 4. satırda oluşturduğumuz </a:t>
            </a:r>
            <a:r>
              <a:rPr lang="tr-TR" dirty="0" err="1" smtClean="0"/>
              <a:t>classın</a:t>
            </a:r>
            <a:r>
              <a:rPr lang="tr-TR" dirty="0" smtClean="0"/>
              <a:t> adı ve bu </a:t>
            </a:r>
            <a:r>
              <a:rPr lang="tr-TR" dirty="0" err="1" smtClean="0"/>
              <a:t>classın</a:t>
            </a:r>
            <a:r>
              <a:rPr lang="tr-TR" dirty="0" smtClean="0"/>
              <a:t> </a:t>
            </a:r>
            <a:r>
              <a:rPr lang="tr-TR" dirty="0" err="1" smtClean="0"/>
              <a:t>MonoBehaviour</a:t>
            </a:r>
            <a:r>
              <a:rPr lang="tr-TR" dirty="0" smtClean="0"/>
              <a:t> </a:t>
            </a:r>
            <a:r>
              <a:rPr lang="tr-TR" dirty="0" err="1" smtClean="0"/>
              <a:t>classından</a:t>
            </a:r>
            <a:r>
              <a:rPr lang="tr-TR" dirty="0" smtClean="0"/>
              <a:t> kalıtım aldığını görürüz. 6. ve 11. satır yorum satırıdır. </a:t>
            </a:r>
            <a:r>
              <a:rPr lang="tr-TR" dirty="0" err="1" smtClean="0"/>
              <a:t>Classımızın</a:t>
            </a:r>
            <a:r>
              <a:rPr lang="tr-TR" dirty="0" smtClean="0"/>
              <a:t> içerisinde 2 adet metot bulunmaktadır. Bunlar Start(7-10. satır arası) ve Update(12-15. satır arası) metotlarıdır. Bunlar dışında temel olarak 3 metottan daha bahsedilebilir. Bunlar: </a:t>
            </a:r>
            <a:r>
              <a:rPr lang="tr-TR" dirty="0" err="1" smtClean="0"/>
              <a:t>Awake</a:t>
            </a:r>
            <a:r>
              <a:rPr lang="tr-TR" dirty="0" smtClean="0"/>
              <a:t>(), </a:t>
            </a:r>
            <a:r>
              <a:rPr lang="tr-TR" dirty="0" err="1" smtClean="0"/>
              <a:t>FixedUpdate</a:t>
            </a:r>
            <a:r>
              <a:rPr lang="tr-TR" dirty="0" smtClean="0"/>
              <a:t>() ve </a:t>
            </a:r>
            <a:r>
              <a:rPr lang="tr-TR" dirty="0" err="1" smtClean="0"/>
              <a:t>LateUpdate</a:t>
            </a:r>
            <a:r>
              <a:rPr lang="tr-TR" dirty="0" smtClean="0"/>
              <a:t>()</a:t>
            </a:r>
          </a:p>
          <a:p>
            <a:pPr algn="just"/>
            <a:endParaRPr lang="tr-TR" dirty="0" smtClean="0"/>
          </a:p>
        </p:txBody>
      </p:sp>
    </p:spTree>
    <p:extLst>
      <p:ext uri="{BB962C8B-B14F-4D97-AF65-F5344CB8AC3E}">
        <p14:creationId xmlns:p14="http://schemas.microsoft.com/office/powerpoint/2010/main" val="2569814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SCRİPT OLUŞTURMA</a:t>
            </a:r>
            <a:endParaRPr lang="tr-TR" dirty="0"/>
          </a:p>
        </p:txBody>
      </p:sp>
      <p:sp>
        <p:nvSpPr>
          <p:cNvPr id="3" name="İçerik Yer Tutucusu 2"/>
          <p:cNvSpPr>
            <a:spLocks noGrp="1"/>
          </p:cNvSpPr>
          <p:nvPr>
            <p:ph idx="1"/>
          </p:nvPr>
        </p:nvSpPr>
        <p:spPr/>
        <p:txBody>
          <a:bodyPr rtlCol="0">
            <a:normAutofit/>
          </a:bodyPr>
          <a:lstStyle/>
          <a:p>
            <a:pPr algn="just"/>
            <a:r>
              <a:rPr lang="tr-TR" dirty="0" err="1" smtClean="0"/>
              <a:t>Awake</a:t>
            </a:r>
            <a:r>
              <a:rPr lang="tr-TR" dirty="0" smtClean="0"/>
              <a:t>(): Unity3D’de ilk ve 1 kez çalışan metottur. Eklendiği nesnenin </a:t>
            </a:r>
            <a:r>
              <a:rPr lang="tr-TR" dirty="0" err="1" smtClean="0"/>
              <a:t>scripti</a:t>
            </a:r>
            <a:r>
              <a:rPr lang="tr-TR" dirty="0" smtClean="0"/>
              <a:t> aktif olmasa bile 1 kez çalışır.</a:t>
            </a:r>
          </a:p>
          <a:p>
            <a:pPr algn="just"/>
            <a:r>
              <a:rPr lang="tr-TR" dirty="0" smtClean="0"/>
              <a:t>Start(): Unity3D’de </a:t>
            </a:r>
            <a:r>
              <a:rPr lang="tr-TR" dirty="0" err="1" smtClean="0"/>
              <a:t>Awake</a:t>
            </a:r>
            <a:r>
              <a:rPr lang="tr-TR" dirty="0" smtClean="0"/>
              <a:t>() metodundan sonra oyun başlar başlamaz 1 kez çalışan metottur.</a:t>
            </a:r>
          </a:p>
          <a:p>
            <a:pPr algn="just"/>
            <a:r>
              <a:rPr lang="tr-TR" dirty="0" smtClean="0"/>
              <a:t>Update(): Her bir </a:t>
            </a:r>
            <a:r>
              <a:rPr lang="tr-TR" dirty="0" err="1" smtClean="0"/>
              <a:t>frame</a:t>
            </a:r>
            <a:r>
              <a:rPr lang="tr-TR" dirty="0" smtClean="0"/>
              <a:t> de 1 kez çalışan metottur. Sürekli çalışır şeklinde düşünülebilir. Çalışma sayısı bilgisayarın sistem özelliklerine göre değişir. 150 FPS alan bir bilgisayarda saniye de 150 kez çalışırken 10 FPS alan bir bilgisayarda saniye de 10 kez çalışır. Fiziksel işlemler için uygun olmayabilir.</a:t>
            </a:r>
          </a:p>
          <a:p>
            <a:pPr algn="just"/>
            <a:endParaRPr lang="tr-TR" dirty="0" smtClean="0"/>
          </a:p>
        </p:txBody>
      </p:sp>
    </p:spTree>
    <p:extLst>
      <p:ext uri="{BB962C8B-B14F-4D97-AF65-F5344CB8AC3E}">
        <p14:creationId xmlns:p14="http://schemas.microsoft.com/office/powerpoint/2010/main" val="3072748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SCRİPT OLUŞTURMA</a:t>
            </a:r>
            <a:endParaRPr lang="tr-TR" dirty="0"/>
          </a:p>
        </p:txBody>
      </p:sp>
      <p:sp>
        <p:nvSpPr>
          <p:cNvPr id="3" name="İçerik Yer Tutucusu 2"/>
          <p:cNvSpPr>
            <a:spLocks noGrp="1"/>
          </p:cNvSpPr>
          <p:nvPr>
            <p:ph idx="1"/>
          </p:nvPr>
        </p:nvSpPr>
        <p:spPr/>
        <p:txBody>
          <a:bodyPr rtlCol="0">
            <a:normAutofit/>
          </a:bodyPr>
          <a:lstStyle/>
          <a:p>
            <a:pPr algn="just"/>
            <a:r>
              <a:rPr lang="tr-TR" dirty="0" err="1" smtClean="0"/>
              <a:t>FixedUpdate</a:t>
            </a:r>
            <a:r>
              <a:rPr lang="tr-TR" dirty="0" smtClean="0"/>
              <a:t>(): Saniye de daima 50 kez(0.02 saniye de 1 kez) çalışır. Bilgisayar 50 FPS veremiyorsa ne olur?</a:t>
            </a:r>
          </a:p>
          <a:p>
            <a:pPr algn="just"/>
            <a:r>
              <a:rPr lang="tr-TR" dirty="0" err="1" smtClean="0"/>
              <a:t>LateUpdate</a:t>
            </a:r>
            <a:r>
              <a:rPr lang="tr-TR" dirty="0" smtClean="0"/>
              <a:t>(): Update()’ten sonra yapılmak istenen işlemler için kullanılır. Bunun dışında Update() ile aynıdır.</a:t>
            </a:r>
          </a:p>
          <a:p>
            <a:pPr algn="just"/>
            <a:endParaRPr lang="tr-TR" dirty="0" smtClean="0"/>
          </a:p>
        </p:txBody>
      </p:sp>
    </p:spTree>
    <p:extLst>
      <p:ext uri="{BB962C8B-B14F-4D97-AF65-F5344CB8AC3E}">
        <p14:creationId xmlns:p14="http://schemas.microsoft.com/office/powerpoint/2010/main" val="3612670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SCRİPT OLUŞTURMA</a:t>
            </a:r>
            <a:endParaRPr lang="tr-TR" dirty="0"/>
          </a:p>
        </p:txBody>
      </p:sp>
      <p:sp>
        <p:nvSpPr>
          <p:cNvPr id="3" name="İçerik Yer Tutucusu 2"/>
          <p:cNvSpPr>
            <a:spLocks noGrp="1"/>
          </p:cNvSpPr>
          <p:nvPr>
            <p:ph idx="1"/>
          </p:nvPr>
        </p:nvSpPr>
        <p:spPr/>
        <p:txBody>
          <a:bodyPr rtlCol="0">
            <a:normAutofit/>
          </a:bodyPr>
          <a:lstStyle/>
          <a:p>
            <a:pPr algn="just"/>
            <a:r>
              <a:rPr lang="tr-TR" dirty="0" smtClean="0"/>
              <a:t>Unity3D’de bir </a:t>
            </a:r>
            <a:r>
              <a:rPr lang="tr-TR" dirty="0" err="1" smtClean="0"/>
              <a:t>scriptin</a:t>
            </a:r>
            <a:r>
              <a:rPr lang="tr-TR" dirty="0" smtClean="0"/>
              <a:t> aktif olması için bir nesneye sürükle-bırak yoluyla veya ‘</a:t>
            </a:r>
            <a:r>
              <a:rPr lang="tr-TR" dirty="0" err="1" smtClean="0"/>
              <a:t>Add</a:t>
            </a:r>
            <a:r>
              <a:rPr lang="tr-TR" dirty="0" smtClean="0"/>
              <a:t> Component’ butonu ile eklenmesi gerekir. Bir nesneye eklenmeyen </a:t>
            </a:r>
            <a:r>
              <a:rPr lang="tr-TR" dirty="0" err="1" smtClean="0"/>
              <a:t>script</a:t>
            </a:r>
            <a:r>
              <a:rPr lang="tr-TR" dirty="0" smtClean="0"/>
              <a:t> çalışmayacaktır. Yazılan </a:t>
            </a:r>
            <a:r>
              <a:rPr lang="tr-TR" dirty="0" err="1" smtClean="0"/>
              <a:t>scriptin</a:t>
            </a:r>
            <a:r>
              <a:rPr lang="tr-TR" dirty="0" smtClean="0"/>
              <a:t> adı ile koddaki </a:t>
            </a:r>
            <a:r>
              <a:rPr lang="tr-TR" dirty="0" err="1" smtClean="0"/>
              <a:t>classın</a:t>
            </a:r>
            <a:r>
              <a:rPr lang="tr-TR" dirty="0" smtClean="0"/>
              <a:t> adının aynı olmasına dikkat edilmelidir yoksa hatalar ile karşılaşılabilir.</a:t>
            </a:r>
          </a:p>
          <a:p>
            <a:pPr algn="just"/>
            <a:endParaRPr lang="tr-TR" dirty="0" smtClean="0"/>
          </a:p>
        </p:txBody>
      </p:sp>
    </p:spTree>
    <p:extLst>
      <p:ext uri="{BB962C8B-B14F-4D97-AF65-F5344CB8AC3E}">
        <p14:creationId xmlns:p14="http://schemas.microsoft.com/office/powerpoint/2010/main" val="222252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SCRİPT OLUŞTURMA</a:t>
            </a:r>
            <a:endParaRPr lang="tr-TR" dirty="0"/>
          </a:p>
        </p:txBody>
      </p:sp>
      <p:sp>
        <p:nvSpPr>
          <p:cNvPr id="3" name="İçerik Yer Tutucusu 2"/>
          <p:cNvSpPr>
            <a:spLocks noGrp="1"/>
          </p:cNvSpPr>
          <p:nvPr>
            <p:ph idx="1"/>
          </p:nvPr>
        </p:nvSpPr>
        <p:spPr/>
        <p:txBody>
          <a:bodyPr rtlCol="0">
            <a:normAutofit/>
          </a:bodyPr>
          <a:lstStyle/>
          <a:p>
            <a:pPr algn="just"/>
            <a:r>
              <a:rPr lang="tr-TR" dirty="0" smtClean="0"/>
              <a:t>Unity3D’de konsola bir şey yazdırmak için </a:t>
            </a:r>
            <a:r>
              <a:rPr lang="tr-TR" dirty="0" err="1" smtClean="0"/>
              <a:t>Debug.Log</a:t>
            </a:r>
            <a:r>
              <a:rPr lang="tr-TR" dirty="0" smtClean="0"/>
              <a:t>() veya </a:t>
            </a:r>
            <a:r>
              <a:rPr lang="tr-TR" dirty="0" err="1" smtClean="0"/>
              <a:t>print</a:t>
            </a:r>
            <a:r>
              <a:rPr lang="tr-TR" dirty="0" smtClean="0"/>
              <a:t>() metotları kullanılabilir. Start metodu içerisine aşağıdaki kod yazılıp ekrandaki boş bir nesneye eklendiğinde oyun başlatıldığında Console penceresinde ilgili çıktı görünecektir. </a:t>
            </a:r>
            <a:r>
              <a:rPr lang="tr-TR" dirty="0" err="1" smtClean="0"/>
              <a:t>Scriptlerin</a:t>
            </a:r>
            <a:r>
              <a:rPr lang="tr-TR" dirty="0" smtClean="0"/>
              <a:t> de birer </a:t>
            </a:r>
            <a:r>
              <a:rPr lang="tr-TR" dirty="0" err="1" smtClean="0"/>
              <a:t>component</a:t>
            </a:r>
            <a:r>
              <a:rPr lang="tr-TR" dirty="0" smtClean="0"/>
              <a:t> olduğu unutulmamalıdır!</a:t>
            </a:r>
          </a:p>
          <a:p>
            <a:pPr marL="109728" indent="0">
              <a:buNone/>
            </a:pPr>
            <a:r>
              <a:rPr lang="tr-TR" dirty="0" err="1"/>
              <a:t>void</a:t>
            </a:r>
            <a:r>
              <a:rPr lang="tr-TR" dirty="0"/>
              <a:t> Start()</a:t>
            </a:r>
          </a:p>
          <a:p>
            <a:pPr marL="109728" indent="0">
              <a:buNone/>
            </a:pPr>
            <a:r>
              <a:rPr lang="tr-TR" dirty="0"/>
              <a:t>{</a:t>
            </a:r>
          </a:p>
          <a:p>
            <a:pPr marL="109728" indent="0">
              <a:buNone/>
            </a:pPr>
            <a:r>
              <a:rPr lang="tr-TR" dirty="0"/>
              <a:t>    </a:t>
            </a:r>
            <a:r>
              <a:rPr lang="tr-TR" dirty="0" err="1"/>
              <a:t>Debug.Log</a:t>
            </a:r>
            <a:r>
              <a:rPr lang="tr-TR" dirty="0"/>
              <a:t>("Merhaba");</a:t>
            </a:r>
          </a:p>
          <a:p>
            <a:pPr marL="109728" indent="0">
              <a:buNone/>
            </a:pPr>
            <a:r>
              <a:rPr lang="tr-TR" dirty="0"/>
              <a:t>}</a:t>
            </a:r>
            <a:endParaRPr lang="tr-TR" dirty="0" smtClean="0"/>
          </a:p>
          <a:p>
            <a:pPr algn="just"/>
            <a:endParaRPr lang="tr-TR" dirty="0" smtClean="0"/>
          </a:p>
        </p:txBody>
      </p:sp>
    </p:spTree>
    <p:extLst>
      <p:ext uri="{BB962C8B-B14F-4D97-AF65-F5344CB8AC3E}">
        <p14:creationId xmlns:p14="http://schemas.microsoft.com/office/powerpoint/2010/main" val="1212450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SCRİPT OLUŞTURMA</a:t>
            </a:r>
            <a:endParaRPr lang="tr-TR" dirty="0"/>
          </a:p>
        </p:txBody>
      </p:sp>
      <p:pic>
        <p:nvPicPr>
          <p:cNvPr id="4" name="İçerik Yer Tutucusu 3"/>
          <p:cNvPicPr>
            <a:picLocks noGrp="1" noChangeAspect="1"/>
          </p:cNvPicPr>
          <p:nvPr>
            <p:ph idx="1"/>
          </p:nvPr>
        </p:nvPicPr>
        <p:blipFill>
          <a:blip r:embed="rId3"/>
          <a:stretch>
            <a:fillRect/>
          </a:stretch>
        </p:blipFill>
        <p:spPr>
          <a:xfrm>
            <a:off x="1185211" y="2249488"/>
            <a:ext cx="9821578" cy="4324350"/>
          </a:xfrm>
          <a:prstGeom prst="rect">
            <a:avLst/>
          </a:prstGeom>
        </p:spPr>
      </p:pic>
    </p:spTree>
    <p:extLst>
      <p:ext uri="{BB962C8B-B14F-4D97-AF65-F5344CB8AC3E}">
        <p14:creationId xmlns:p14="http://schemas.microsoft.com/office/powerpoint/2010/main" val="3306925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SCRİPT OLUŞTURMA</a:t>
            </a:r>
            <a:endParaRPr lang="tr-TR" dirty="0"/>
          </a:p>
        </p:txBody>
      </p:sp>
      <p:pic>
        <p:nvPicPr>
          <p:cNvPr id="6" name="İçerik Yer Tutucusu 5"/>
          <p:cNvPicPr>
            <a:picLocks noGrp="1" noChangeAspect="1"/>
          </p:cNvPicPr>
          <p:nvPr>
            <p:ph idx="1"/>
          </p:nvPr>
        </p:nvPicPr>
        <p:blipFill>
          <a:blip r:embed="rId3"/>
          <a:stretch>
            <a:fillRect/>
          </a:stretch>
        </p:blipFill>
        <p:spPr>
          <a:xfrm>
            <a:off x="675218" y="2249488"/>
            <a:ext cx="10841563" cy="4324350"/>
          </a:xfrm>
          <a:prstGeom prst="rect">
            <a:avLst/>
          </a:prstGeom>
        </p:spPr>
      </p:pic>
    </p:spTree>
    <p:extLst>
      <p:ext uri="{BB962C8B-B14F-4D97-AF65-F5344CB8AC3E}">
        <p14:creationId xmlns:p14="http://schemas.microsoft.com/office/powerpoint/2010/main" val="727653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ğitim sunusu">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_16225310_TF03460604" id="{F6EFC989-8B6A-426D-8CC8-42909735A4A0}" vid="{6F0D95CE-7106-4C3E-8D98-EE1220DA24E4}"/>
    </a:ext>
  </a:extLst>
</a:theme>
</file>

<file path=ppt/theme/theme2.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Eğitim sunusu</Template>
  <TotalTime>1525</TotalTime>
  <Words>2841</Words>
  <Application>Microsoft Office PowerPoint</Application>
  <PresentationFormat>Geniş ekran</PresentationFormat>
  <Paragraphs>196</Paragraphs>
  <Slides>34</Slides>
  <Notes>34</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34</vt:i4>
      </vt:variant>
    </vt:vector>
  </HeadingPairs>
  <TitlesOfParts>
    <vt:vector size="39" baseType="lpstr">
      <vt:lpstr>Arial</vt:lpstr>
      <vt:lpstr>Calibri</vt:lpstr>
      <vt:lpstr>Georgia</vt:lpstr>
      <vt:lpstr>Wingdings 2</vt:lpstr>
      <vt:lpstr>Eğitim sunusu</vt:lpstr>
      <vt:lpstr>Oyun Programlama</vt:lpstr>
      <vt:lpstr>PROJE OLUŞTURMA</vt:lpstr>
      <vt:lpstr>PROJE OLUŞTURMA</vt:lpstr>
      <vt:lpstr>PROJE OLUŞTURMA</vt:lpstr>
      <vt:lpstr>PROJE OLUŞTURMA</vt:lpstr>
      <vt:lpstr>PROJE OLUŞTURMA</vt:lpstr>
      <vt:lpstr>ÖNEMLİ MENÜLER</vt:lpstr>
      <vt:lpstr>ÖNEMLİ MENÜLER</vt:lpstr>
      <vt:lpstr>ARAYÜZ</vt:lpstr>
      <vt:lpstr>ARAYÜZ</vt:lpstr>
      <vt:lpstr>ARAYÜZ</vt:lpstr>
      <vt:lpstr>ARAYÜZ</vt:lpstr>
      <vt:lpstr>ARAYÜZ</vt:lpstr>
      <vt:lpstr>ARAYÜZ</vt:lpstr>
      <vt:lpstr>SPRİTE VE NESNE OLUŞTURMA</vt:lpstr>
      <vt:lpstr>SPRİTE VE NESNE OLUŞTURMA</vt:lpstr>
      <vt:lpstr>SPRİTE VE NESNE OLUŞTURMA</vt:lpstr>
      <vt:lpstr>SPRİTE VE NESNE OLUŞTURMA</vt:lpstr>
      <vt:lpstr>SPRİTE VE NESNE OLUŞTURMA</vt:lpstr>
      <vt:lpstr>COMPONENT(BİLEŞEN) KAVRAMI</vt:lpstr>
      <vt:lpstr>COMPONENT(BİLEŞEN) KAVRAMI</vt:lpstr>
      <vt:lpstr>COMPONENT(BİLEŞEN) KAVRAMI</vt:lpstr>
      <vt:lpstr>COMPONENT(BİLEŞEN) KAVRAMI</vt:lpstr>
      <vt:lpstr>COMPONENT(BİLEŞEN) KAVRAMI</vt:lpstr>
      <vt:lpstr>SCRİPT OLUŞTURMA</vt:lpstr>
      <vt:lpstr>SCRİPT OLUŞTURMA</vt:lpstr>
      <vt:lpstr>SCRİPT OLUŞTURMA</vt:lpstr>
      <vt:lpstr>SCRİPT OLUŞTURMA</vt:lpstr>
      <vt:lpstr>SCRİPT OLUŞTURMA</vt:lpstr>
      <vt:lpstr>SCRİPT OLUŞTURMA</vt:lpstr>
      <vt:lpstr>SCRİPT OLUŞTURMA</vt:lpstr>
      <vt:lpstr>SCRİPT OLUŞTURMA</vt:lpstr>
      <vt:lpstr>SCRİPT OLUŞTURMA</vt:lpstr>
      <vt:lpstr>SCRİPT OLUŞTURMA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Ağ ve Bilişim Güvenliği</dc:title>
  <dc:creator>ZaferS</dc:creator>
  <cp:lastModifiedBy>Zafer</cp:lastModifiedBy>
  <cp:revision>275</cp:revision>
  <dcterms:created xsi:type="dcterms:W3CDTF">2023-12-09T09:03:26Z</dcterms:created>
  <dcterms:modified xsi:type="dcterms:W3CDTF">2024-10-08T09:04:28Z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