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8" r:id="rId3"/>
    <p:sldId id="269" r:id="rId4"/>
    <p:sldId id="267" r:id="rId5"/>
    <p:sldId id="270" r:id="rId6"/>
    <p:sldId id="271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18.10.2024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57795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2215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73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96060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5594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42194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8489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8864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67918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18.10.2024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Grafik ve Animasyon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</a:t>
            </a:r>
            <a:r>
              <a:rPr lang="tr-TR" dirty="0" err="1" smtClean="0"/>
              <a:t>Tab</a:t>
            </a:r>
            <a:r>
              <a:rPr lang="tr-TR" dirty="0" smtClean="0"/>
              <a:t> tuşuna basılarak Object </a:t>
            </a:r>
            <a:r>
              <a:rPr lang="tr-TR" dirty="0" err="1" smtClean="0"/>
              <a:t>Mode</a:t>
            </a:r>
            <a:r>
              <a:rPr lang="tr-TR" dirty="0" smtClean="0"/>
              <a:t> ve 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arasında geçiş yapılabilir. 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kullanıldığı zaman 1 tuşu ile </a:t>
            </a:r>
            <a:r>
              <a:rPr lang="tr-TR" dirty="0" err="1" smtClean="0"/>
              <a:t>vertex</a:t>
            </a:r>
            <a:r>
              <a:rPr lang="tr-TR" dirty="0" smtClean="0"/>
              <a:t>(nokta) seçimi, 2 tuşu ile </a:t>
            </a:r>
            <a:r>
              <a:rPr lang="tr-TR" dirty="0" err="1" smtClean="0"/>
              <a:t>edge</a:t>
            </a:r>
            <a:r>
              <a:rPr lang="tr-TR" dirty="0" smtClean="0"/>
              <a:t>(kenar) seçimi ve 3 tuşu ile </a:t>
            </a:r>
            <a:r>
              <a:rPr lang="tr-TR" dirty="0" err="1" smtClean="0"/>
              <a:t>face</a:t>
            </a:r>
            <a:r>
              <a:rPr lang="tr-TR" dirty="0" smtClean="0"/>
              <a:t>(yüzey) seçimi yapılabilir. Bu tuşlar </a:t>
            </a:r>
            <a:r>
              <a:rPr lang="tr-TR" dirty="0" err="1" smtClean="0"/>
              <a:t>numpad</a:t>
            </a:r>
            <a:r>
              <a:rPr lang="tr-TR" dirty="0" smtClean="0"/>
              <a:t> tuşları değil üst sayısal tuş takımı olmalıdır!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6819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kullanılırken CTRL + R kombinasyonu ile nesneye bölütler eklenebilir. Fare tekerleği ile bölütler artırılabilir.</a:t>
            </a:r>
          </a:p>
          <a:p>
            <a:pPr algn="just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447" y="3187542"/>
            <a:ext cx="3369105" cy="33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4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kullanılırken sağ tuşa tıklanarak </a:t>
            </a:r>
            <a:r>
              <a:rPr lang="tr-TR" dirty="0" err="1" smtClean="0"/>
              <a:t>Subdivide</a:t>
            </a:r>
            <a:r>
              <a:rPr lang="tr-TR" dirty="0" smtClean="0"/>
              <a:t> seçilirse nesne parçalara ayrılabilir.</a:t>
            </a:r>
          </a:p>
          <a:p>
            <a:pPr algn="just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695" y="3334536"/>
            <a:ext cx="4560609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2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bir nesne </a:t>
            </a:r>
            <a:r>
              <a:rPr lang="tr-TR" dirty="0" err="1" smtClean="0"/>
              <a:t>Physics</a:t>
            </a:r>
            <a:r>
              <a:rPr lang="tr-TR" dirty="0" smtClean="0"/>
              <a:t> kısmından </a:t>
            </a:r>
            <a:r>
              <a:rPr lang="tr-TR" dirty="0" err="1" smtClean="0"/>
              <a:t>Cloth</a:t>
            </a:r>
            <a:r>
              <a:rPr lang="tr-TR" dirty="0" smtClean="0"/>
              <a:t> ile işaretlenerek bir kumaş gibi davrandırılabilir.</a:t>
            </a:r>
          </a:p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bir nesne </a:t>
            </a:r>
            <a:r>
              <a:rPr lang="tr-TR" dirty="0" err="1" smtClean="0"/>
              <a:t>Physics</a:t>
            </a:r>
            <a:r>
              <a:rPr lang="tr-TR" dirty="0" smtClean="0"/>
              <a:t> kısmından </a:t>
            </a:r>
            <a:r>
              <a:rPr lang="tr-TR" dirty="0" err="1" smtClean="0"/>
              <a:t>Collision</a:t>
            </a:r>
            <a:r>
              <a:rPr lang="tr-TR" dirty="0" smtClean="0"/>
              <a:t> ile işaretlenerek temas edilebilir bir nesne olarak işaretlenebilir.</a:t>
            </a:r>
            <a:endParaRPr lang="tr-TR" dirty="0" smtClean="0"/>
          </a:p>
          <a:p>
            <a:pPr algn="just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9720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4006" y="2249488"/>
            <a:ext cx="9643987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5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31257" y="2249488"/>
            <a:ext cx="832948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3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64924" y="2556032"/>
            <a:ext cx="5662151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:</a:t>
            </a:r>
          </a:p>
          <a:p>
            <a:pPr algn="just"/>
            <a:r>
              <a:rPr lang="tr-TR" dirty="0" err="1" smtClean="0"/>
              <a:t>Mirror</a:t>
            </a:r>
            <a:r>
              <a:rPr lang="tr-TR" dirty="0" smtClean="0"/>
              <a:t> </a:t>
            </a:r>
            <a:r>
              <a:rPr lang="tr-TR" dirty="0" err="1" smtClean="0"/>
              <a:t>Modifier</a:t>
            </a:r>
            <a:r>
              <a:rPr lang="tr-TR" dirty="0" smtClean="0"/>
              <a:t>: Bir eksende yapılan işlemi </a:t>
            </a:r>
            <a:r>
              <a:rPr lang="tr-TR" dirty="0" err="1" smtClean="0"/>
              <a:t>aynalayıp</a:t>
            </a:r>
            <a:r>
              <a:rPr lang="tr-TR" dirty="0" smtClean="0"/>
              <a:t> aynı şekilde eksenin diğer tarafında gösterir.</a:t>
            </a:r>
          </a:p>
          <a:p>
            <a:pPr algn="just"/>
            <a:r>
              <a:rPr lang="tr-TR" dirty="0" err="1" smtClean="0"/>
              <a:t>Solidify</a:t>
            </a:r>
            <a:r>
              <a:rPr lang="tr-TR" dirty="0" smtClean="0"/>
              <a:t> </a:t>
            </a:r>
            <a:r>
              <a:rPr lang="tr-TR" dirty="0" err="1" smtClean="0"/>
              <a:t>Modifier</a:t>
            </a:r>
            <a:r>
              <a:rPr lang="tr-TR" dirty="0" smtClean="0"/>
              <a:t>: 2 boyutlu bir nesneye kalınlık verebilmeyi sağlar.</a:t>
            </a:r>
          </a:p>
          <a:p>
            <a:pPr algn="just"/>
            <a:r>
              <a:rPr lang="tr-TR" dirty="0" err="1" smtClean="0"/>
              <a:t>Subdivision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: Bir nesnenin yüzeyini daha pürüzsüz ve yumuşak hale getirir.</a:t>
            </a:r>
          </a:p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nesneye sağ tıklanıp </a:t>
            </a:r>
            <a:r>
              <a:rPr lang="tr-TR" dirty="0" err="1" smtClean="0"/>
              <a:t>Shade</a:t>
            </a:r>
            <a:r>
              <a:rPr lang="tr-TR" dirty="0" smtClean="0"/>
              <a:t> Auto </a:t>
            </a:r>
            <a:r>
              <a:rPr lang="tr-TR" dirty="0" err="1" smtClean="0"/>
              <a:t>Smooth</a:t>
            </a:r>
            <a:r>
              <a:rPr lang="tr-TR" dirty="0" smtClean="0"/>
              <a:t> seçilerek yumuşak bir görüntü elde edilebilir.</a:t>
            </a:r>
          </a:p>
          <a:p>
            <a:pPr algn="just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6548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ARAÇLAR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err="1" smtClean="0"/>
              <a:t>Blender’da</a:t>
            </a:r>
            <a:r>
              <a:rPr lang="tr-TR" dirty="0"/>
              <a:t> </a:t>
            </a:r>
            <a:r>
              <a:rPr lang="tr-TR" dirty="0" err="1" smtClean="0"/>
              <a:t>Material</a:t>
            </a:r>
            <a:r>
              <a:rPr lang="tr-TR" dirty="0" smtClean="0"/>
              <a:t> menüsünden nesneye renk verilebilir.</a:t>
            </a:r>
          </a:p>
          <a:p>
            <a:pPr algn="just"/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100" y="2831123"/>
            <a:ext cx="6625800" cy="37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5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1572</TotalTime>
  <Words>578</Words>
  <Application>Microsoft Office PowerPoint</Application>
  <PresentationFormat>Geniş ekran</PresentationFormat>
  <Paragraphs>50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Wingdings 2</vt:lpstr>
      <vt:lpstr>Eğitim sunusu</vt:lpstr>
      <vt:lpstr>Grafik ve Animasyon</vt:lpstr>
      <vt:lpstr>ÖNEMLİ ARAÇLAR</vt:lpstr>
      <vt:lpstr>ÖNEMLİ ARAÇLAR</vt:lpstr>
      <vt:lpstr>ÖNEMLİ ARAÇLAR</vt:lpstr>
      <vt:lpstr>ÖNEMLİ ARAÇLAR</vt:lpstr>
      <vt:lpstr>ÖNEMLİ ARAÇLAR</vt:lpstr>
      <vt:lpstr>ÖNEMLİ ARAÇLAR</vt:lpstr>
      <vt:lpstr>ÖNEMLİ ARAÇLAR</vt:lpstr>
      <vt:lpstr>ÖNEMLİ ARAÇLAR</vt:lpstr>
      <vt:lpstr>ÖNEMLİ ARAÇLAR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296</cp:revision>
  <dcterms:created xsi:type="dcterms:W3CDTF">2023-12-09T09:03:26Z</dcterms:created>
  <dcterms:modified xsi:type="dcterms:W3CDTF">2024-10-18T18:48:16Z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