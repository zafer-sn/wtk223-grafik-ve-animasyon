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3"/>
  </p:notesMasterIdLst>
  <p:handoutMasterIdLst>
    <p:handoutMasterId r:id="rId24"/>
  </p:handoutMasterIdLst>
  <p:sldIdLst>
    <p:sldId id="257" r:id="rId2"/>
    <p:sldId id="267" r:id="rId3"/>
    <p:sldId id="268" r:id="rId4"/>
    <p:sldId id="269" r:id="rId5"/>
    <p:sldId id="270" r:id="rId6"/>
    <p:sldId id="271" r:id="rId7"/>
    <p:sldId id="272" r:id="rId8"/>
    <p:sldId id="273" r:id="rId9"/>
    <p:sldId id="274" r:id="rId10"/>
    <p:sldId id="286" r:id="rId11"/>
    <p:sldId id="275" r:id="rId12"/>
    <p:sldId id="276" r:id="rId13"/>
    <p:sldId id="277" r:id="rId14"/>
    <p:sldId id="278" r:id="rId15"/>
    <p:sldId id="279" r:id="rId16"/>
    <p:sldId id="280" r:id="rId17"/>
    <p:sldId id="281" r:id="rId18"/>
    <p:sldId id="282" r:id="rId19"/>
    <p:sldId id="283" r:id="rId20"/>
    <p:sldId id="284" r:id="rId21"/>
    <p:sldId id="285" r:id="rId22"/>
  </p:sldIdLst>
  <p:sldSz cx="12192000" cy="6858000"/>
  <p:notesSz cx="6858000" cy="9144000"/>
  <p:defaultTextStyle>
    <a:defPPr rtl="0">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296" userDrawn="1">
          <p15:clr>
            <a:srgbClr val="A4A3A4"/>
          </p15:clr>
        </p15:guide>
        <p15:guide id="4" orient="horz" pos="41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9911" autoAdjust="0"/>
  </p:normalViewPr>
  <p:slideViewPr>
    <p:cSldViewPr snapToGrid="0">
      <p:cViewPr varScale="1">
        <p:scale>
          <a:sx n="74" d="100"/>
          <a:sy n="74" d="100"/>
        </p:scale>
        <p:origin x="340" y="56"/>
      </p:cViewPr>
      <p:guideLst>
        <p:guide orient="horz" pos="2160"/>
        <p:guide pos="3840"/>
        <p:guide pos="7296"/>
        <p:guide orient="horz" pos="4128"/>
      </p:guideLst>
    </p:cSldViewPr>
  </p:slideViewPr>
  <p:notesTextViewPr>
    <p:cViewPr>
      <p:scale>
        <a:sx n="3" d="2"/>
        <a:sy n="3" d="2"/>
      </p:scale>
      <p:origin x="0" y="0"/>
    </p:cViewPr>
  </p:notesTextViewPr>
  <p:notesViewPr>
    <p:cSldViewPr snapToGrid="0" showGuides="1">
      <p:cViewPr varScale="1">
        <p:scale>
          <a:sx n="93" d="100"/>
          <a:sy n="93" d="100"/>
        </p:scale>
        <p:origin x="2874"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dirty="0"/>
          </a:p>
        </p:txBody>
      </p:sp>
      <p:sp>
        <p:nvSpPr>
          <p:cNvPr id="3" name="Tarih Yer Tutucusu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1FC8FC1-A1A8-42CB-96AC-83684F0DF578}" type="datetime1">
              <a:rPr lang="tr-TR" smtClean="0"/>
              <a:t>10.10.2026</a:t>
            </a:fld>
            <a:endParaRPr lang="tr-TR" dirty="0"/>
          </a:p>
        </p:txBody>
      </p:sp>
      <p:sp>
        <p:nvSpPr>
          <p:cNvPr id="4" name="Alt Bilgi Yer Tutucusu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dirty="0"/>
          </a:p>
        </p:txBody>
      </p:sp>
      <p:sp>
        <p:nvSpPr>
          <p:cNvPr id="5" name="Slayt Numarası Yer Tutucus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4E50CC-F33A-4EF4-9F12-93EC4A21A0CF}" type="slidenum">
              <a:rPr lang="tr-TR" smtClean="0"/>
              <a:t>‹#›</a:t>
            </a:fld>
            <a:endParaRPr lang="tr-TR" dirty="0"/>
          </a:p>
        </p:txBody>
      </p:sp>
    </p:spTree>
    <p:extLst>
      <p:ext uri="{BB962C8B-B14F-4D97-AF65-F5344CB8AC3E}">
        <p14:creationId xmlns:p14="http://schemas.microsoft.com/office/powerpoint/2010/main" val="13232950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noProof="0" dirty="0"/>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0653A-FB33-4975-A611-5D53C5C337D6}" type="datetime1">
              <a:rPr lang="tr-TR" smtClean="0"/>
              <a:pPr/>
              <a:t>10.10.2026</a:t>
            </a:fld>
            <a:endParaRPr lang="tr-TR" dirty="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tr-TR" noProof="0" dirty="0"/>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TR" noProof="0" dirty="0"/>
              <a:t>Asıl metin stillerini düzenlemek için tıklayın</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noProof="0" dirty="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2674CE4-FBD8-4481-AEFB-CA53E599A745}" type="slidenum">
              <a:rPr lang="tr-TR" noProof="0" smtClean="0"/>
              <a:t>‹#›</a:t>
            </a:fld>
            <a:endParaRPr lang="tr-TR" noProof="0" dirty="0"/>
          </a:p>
        </p:txBody>
      </p:sp>
    </p:spTree>
    <p:extLst>
      <p:ext uri="{BB962C8B-B14F-4D97-AF65-F5344CB8AC3E}">
        <p14:creationId xmlns:p14="http://schemas.microsoft.com/office/powerpoint/2010/main" val="1273268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dirty="0"/>
          </a:p>
        </p:txBody>
      </p:sp>
      <p:sp>
        <p:nvSpPr>
          <p:cNvPr id="4" name="Slayt Numarası Yer Tutucusu 3"/>
          <p:cNvSpPr>
            <a:spLocks noGrp="1"/>
          </p:cNvSpPr>
          <p:nvPr>
            <p:ph type="sldNum" sz="quarter" idx="10"/>
          </p:nvPr>
        </p:nvSpPr>
        <p:spPr/>
        <p:txBody>
          <a:bodyPr rtlCol="0"/>
          <a:lstStyle/>
          <a:p>
            <a:pPr rtl="0"/>
            <a:fld id="{32674CE4-FBD8-4481-AEFB-CA53E599A745}" type="slidenum">
              <a:rPr lang="tr-TR" smtClean="0"/>
              <a:t>1</a:t>
            </a:fld>
            <a:endParaRPr lang="tr-TR" dirty="0"/>
          </a:p>
        </p:txBody>
      </p:sp>
    </p:spTree>
    <p:extLst>
      <p:ext uri="{BB962C8B-B14F-4D97-AF65-F5344CB8AC3E}">
        <p14:creationId xmlns:p14="http://schemas.microsoft.com/office/powerpoint/2010/main" val="2147974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a:t>
            </a:fld>
            <a:endParaRPr lang="tr-TR" dirty="0"/>
          </a:p>
        </p:txBody>
      </p:sp>
    </p:spTree>
    <p:extLst>
      <p:ext uri="{BB962C8B-B14F-4D97-AF65-F5344CB8AC3E}">
        <p14:creationId xmlns:p14="http://schemas.microsoft.com/office/powerpoint/2010/main" val="34731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a:t>
            </a:fld>
            <a:endParaRPr lang="tr-TR" dirty="0"/>
          </a:p>
        </p:txBody>
      </p:sp>
    </p:spTree>
    <p:extLst>
      <p:ext uri="{BB962C8B-B14F-4D97-AF65-F5344CB8AC3E}">
        <p14:creationId xmlns:p14="http://schemas.microsoft.com/office/powerpoint/2010/main" val="3307714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4</a:t>
            </a:fld>
            <a:endParaRPr lang="tr-TR" dirty="0"/>
          </a:p>
        </p:txBody>
      </p:sp>
    </p:spTree>
    <p:extLst>
      <p:ext uri="{BB962C8B-B14F-4D97-AF65-F5344CB8AC3E}">
        <p14:creationId xmlns:p14="http://schemas.microsoft.com/office/powerpoint/2010/main" val="1653325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5</a:t>
            </a:fld>
            <a:endParaRPr lang="tr-TR" dirty="0"/>
          </a:p>
        </p:txBody>
      </p:sp>
    </p:spTree>
    <p:extLst>
      <p:ext uri="{BB962C8B-B14F-4D97-AF65-F5344CB8AC3E}">
        <p14:creationId xmlns:p14="http://schemas.microsoft.com/office/powerpoint/2010/main" val="4084553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6</a:t>
            </a:fld>
            <a:endParaRPr lang="tr-TR" dirty="0"/>
          </a:p>
        </p:txBody>
      </p:sp>
    </p:spTree>
    <p:extLst>
      <p:ext uri="{BB962C8B-B14F-4D97-AF65-F5344CB8AC3E}">
        <p14:creationId xmlns:p14="http://schemas.microsoft.com/office/powerpoint/2010/main" val="18324199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7</a:t>
            </a:fld>
            <a:endParaRPr lang="tr-TR" dirty="0"/>
          </a:p>
        </p:txBody>
      </p:sp>
    </p:spTree>
    <p:extLst>
      <p:ext uri="{BB962C8B-B14F-4D97-AF65-F5344CB8AC3E}">
        <p14:creationId xmlns:p14="http://schemas.microsoft.com/office/powerpoint/2010/main" val="764430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8</a:t>
            </a:fld>
            <a:endParaRPr lang="tr-TR" dirty="0"/>
          </a:p>
        </p:txBody>
      </p:sp>
    </p:spTree>
    <p:extLst>
      <p:ext uri="{BB962C8B-B14F-4D97-AF65-F5344CB8AC3E}">
        <p14:creationId xmlns:p14="http://schemas.microsoft.com/office/powerpoint/2010/main" val="40935082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9</a:t>
            </a:fld>
            <a:endParaRPr lang="tr-TR" dirty="0"/>
          </a:p>
        </p:txBody>
      </p:sp>
    </p:spTree>
    <p:extLst>
      <p:ext uri="{BB962C8B-B14F-4D97-AF65-F5344CB8AC3E}">
        <p14:creationId xmlns:p14="http://schemas.microsoft.com/office/powerpoint/2010/main" val="211857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10</a:t>
            </a:fld>
            <a:endParaRPr lang="tr-TR" dirty="0"/>
          </a:p>
        </p:txBody>
      </p:sp>
    </p:spTree>
    <p:extLst>
      <p:ext uri="{BB962C8B-B14F-4D97-AF65-F5344CB8AC3E}">
        <p14:creationId xmlns:p14="http://schemas.microsoft.com/office/powerpoint/2010/main" val="13785600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11</a:t>
            </a:fld>
            <a:endParaRPr lang="tr-TR" dirty="0"/>
          </a:p>
        </p:txBody>
      </p:sp>
    </p:spTree>
    <p:extLst>
      <p:ext uri="{BB962C8B-B14F-4D97-AF65-F5344CB8AC3E}">
        <p14:creationId xmlns:p14="http://schemas.microsoft.com/office/powerpoint/2010/main" val="2531403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12</a:t>
            </a:fld>
            <a:endParaRPr lang="tr-TR" dirty="0"/>
          </a:p>
        </p:txBody>
      </p:sp>
    </p:spTree>
    <p:extLst>
      <p:ext uri="{BB962C8B-B14F-4D97-AF65-F5344CB8AC3E}">
        <p14:creationId xmlns:p14="http://schemas.microsoft.com/office/powerpoint/2010/main" val="33703113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13</a:t>
            </a:fld>
            <a:endParaRPr lang="tr-TR" dirty="0"/>
          </a:p>
        </p:txBody>
      </p:sp>
    </p:spTree>
    <p:extLst>
      <p:ext uri="{BB962C8B-B14F-4D97-AF65-F5344CB8AC3E}">
        <p14:creationId xmlns:p14="http://schemas.microsoft.com/office/powerpoint/2010/main" val="2165651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14</a:t>
            </a:fld>
            <a:endParaRPr lang="tr-TR" dirty="0"/>
          </a:p>
        </p:txBody>
      </p:sp>
    </p:spTree>
    <p:extLst>
      <p:ext uri="{BB962C8B-B14F-4D97-AF65-F5344CB8AC3E}">
        <p14:creationId xmlns:p14="http://schemas.microsoft.com/office/powerpoint/2010/main" val="16207740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15</a:t>
            </a:fld>
            <a:endParaRPr lang="tr-TR" dirty="0"/>
          </a:p>
        </p:txBody>
      </p:sp>
    </p:spTree>
    <p:extLst>
      <p:ext uri="{BB962C8B-B14F-4D97-AF65-F5344CB8AC3E}">
        <p14:creationId xmlns:p14="http://schemas.microsoft.com/office/powerpoint/2010/main" val="33087608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16</a:t>
            </a:fld>
            <a:endParaRPr lang="tr-TR" dirty="0"/>
          </a:p>
        </p:txBody>
      </p:sp>
    </p:spTree>
    <p:extLst>
      <p:ext uri="{BB962C8B-B14F-4D97-AF65-F5344CB8AC3E}">
        <p14:creationId xmlns:p14="http://schemas.microsoft.com/office/powerpoint/2010/main" val="14543358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17</a:t>
            </a:fld>
            <a:endParaRPr lang="tr-TR" dirty="0"/>
          </a:p>
        </p:txBody>
      </p:sp>
    </p:spTree>
    <p:extLst>
      <p:ext uri="{BB962C8B-B14F-4D97-AF65-F5344CB8AC3E}">
        <p14:creationId xmlns:p14="http://schemas.microsoft.com/office/powerpoint/2010/main" val="26274315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18</a:t>
            </a:fld>
            <a:endParaRPr lang="tr-TR" dirty="0"/>
          </a:p>
        </p:txBody>
      </p:sp>
    </p:spTree>
    <p:extLst>
      <p:ext uri="{BB962C8B-B14F-4D97-AF65-F5344CB8AC3E}">
        <p14:creationId xmlns:p14="http://schemas.microsoft.com/office/powerpoint/2010/main" val="39565956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19</a:t>
            </a:fld>
            <a:endParaRPr lang="tr-TR" dirty="0"/>
          </a:p>
        </p:txBody>
      </p:sp>
    </p:spTree>
    <p:extLst>
      <p:ext uri="{BB962C8B-B14F-4D97-AF65-F5344CB8AC3E}">
        <p14:creationId xmlns:p14="http://schemas.microsoft.com/office/powerpoint/2010/main" val="33862217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20</a:t>
            </a:fld>
            <a:endParaRPr lang="tr-TR" dirty="0"/>
          </a:p>
        </p:txBody>
      </p:sp>
    </p:spTree>
    <p:extLst>
      <p:ext uri="{BB962C8B-B14F-4D97-AF65-F5344CB8AC3E}">
        <p14:creationId xmlns:p14="http://schemas.microsoft.com/office/powerpoint/2010/main" val="24572174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21</a:t>
            </a:fld>
            <a:endParaRPr lang="tr-TR" dirty="0"/>
          </a:p>
        </p:txBody>
      </p:sp>
    </p:spTree>
    <p:extLst>
      <p:ext uri="{BB962C8B-B14F-4D97-AF65-F5344CB8AC3E}">
        <p14:creationId xmlns:p14="http://schemas.microsoft.com/office/powerpoint/2010/main" val="1074002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9" name="Dikdörtgen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3" name="Dikdörtgen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4" name="Dikdörtgen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5" name="Dikdörtgen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6" name="Dikdörtgen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7" name="Dikdörtgen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0" name="Yuvarlatılmış Dikdörtgen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1" name="Yuvarlatılmış Dikdörtgen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7" name="Dikdörtgen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0" name="Dikdörtgen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1" name="Dikdörtgen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8" name="Başlık 7"/>
          <p:cNvSpPr>
            <a:spLocks noGrp="1"/>
          </p:cNvSpPr>
          <p:nvPr>
            <p:ph type="ctrTitle"/>
          </p:nvPr>
        </p:nvSpPr>
        <p:spPr>
          <a:xfrm>
            <a:off x="609600" y="2389009"/>
            <a:ext cx="11277600" cy="1470025"/>
          </a:xfrm>
        </p:spPr>
        <p:txBody>
          <a:bodyPr rtlCol="0" anchor="b"/>
          <a:lstStyle>
            <a:lvl1pPr>
              <a:defRPr sz="4400">
                <a:solidFill>
                  <a:schemeClr val="bg1"/>
                </a:solidFill>
              </a:defRPr>
            </a:lvl1pPr>
          </a:lstStyle>
          <a:p>
            <a:pPr rtl="0"/>
            <a:r>
              <a:rPr lang="tr-TR" noProof="0"/>
              <a:t>Asıl başlık stili için tıklatın</a:t>
            </a:r>
            <a:endParaRPr lang="tr-TR" noProof="0" dirty="0"/>
          </a:p>
        </p:txBody>
      </p:sp>
      <p:sp>
        <p:nvSpPr>
          <p:cNvPr id="9" name="Alt Başlık 8"/>
          <p:cNvSpPr>
            <a:spLocks noGrp="1"/>
          </p:cNvSpPr>
          <p:nvPr>
            <p:ph type="subTitle" idx="1"/>
          </p:nvPr>
        </p:nvSpPr>
        <p:spPr>
          <a:xfrm>
            <a:off x="609600" y="3899938"/>
            <a:ext cx="6604000" cy="1752600"/>
          </a:xfrm>
        </p:spPr>
        <p:txBody>
          <a:bodyPr rtlCol="0"/>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tr-TR" noProof="0"/>
              <a:t>Asıl alt başlık stilini düzenlemek için tıklayın</a:t>
            </a:r>
            <a:endParaRPr lang="tr-TR" noProof="0" dirty="0"/>
          </a:p>
        </p:txBody>
      </p:sp>
      <p:sp>
        <p:nvSpPr>
          <p:cNvPr id="17" name="Alt Bilgi Yer Tutucusu 16"/>
          <p:cNvSpPr>
            <a:spLocks noGrp="1"/>
          </p:cNvSpPr>
          <p:nvPr>
            <p:ph type="ftr" sz="quarter" idx="11"/>
          </p:nvPr>
        </p:nvSpPr>
        <p:spPr>
          <a:xfrm>
            <a:off x="7265116" y="4205288"/>
            <a:ext cx="1727200" cy="457200"/>
          </a:xfrm>
        </p:spPr>
        <p:txBody>
          <a:bodyPr rtlCol="0"/>
          <a:lstStyle>
            <a:lvl1pPr>
              <a:defRPr>
                <a:solidFill>
                  <a:schemeClr val="accent2">
                    <a:lumMod val="75000"/>
                  </a:schemeClr>
                </a:solidFill>
              </a:defRPr>
            </a:lvl1pPr>
          </a:lstStyle>
          <a:p>
            <a:pPr rtl="0"/>
            <a:r>
              <a:rPr lang="tr-TR" noProof="0" dirty="0"/>
              <a:t>Alt bilgi ekleme</a:t>
            </a:r>
          </a:p>
        </p:txBody>
      </p:sp>
      <p:sp>
        <p:nvSpPr>
          <p:cNvPr id="28" name="Tarih Yer Tutucusu 27"/>
          <p:cNvSpPr>
            <a:spLocks noGrp="1"/>
          </p:cNvSpPr>
          <p:nvPr>
            <p:ph type="dt" sz="half" idx="10"/>
          </p:nvPr>
        </p:nvSpPr>
        <p:spPr>
          <a:xfrm>
            <a:off x="9043832" y="4206240"/>
            <a:ext cx="1280160" cy="457200"/>
          </a:xfrm>
        </p:spPr>
        <p:txBody>
          <a:bodyPr rtlCol="0"/>
          <a:lstStyle>
            <a:lvl1pPr>
              <a:defRPr>
                <a:solidFill>
                  <a:schemeClr val="accent2">
                    <a:lumMod val="75000"/>
                  </a:schemeClr>
                </a:solidFill>
              </a:defRPr>
            </a:lvl1pPr>
          </a:lstStyle>
          <a:p>
            <a:fld id="{E8609038-EC1C-40A6-91EB-4A3D73CE9547}" type="datetime1">
              <a:rPr lang="tr-TR" smtClean="0"/>
              <a:pPr/>
              <a:t>10.10.2026</a:t>
            </a:fld>
            <a:endParaRPr lang="tr-TR" dirty="0"/>
          </a:p>
        </p:txBody>
      </p:sp>
      <p:sp>
        <p:nvSpPr>
          <p:cNvPr id="29" name="Slayt Numarası Yer Tutucusu 28"/>
          <p:cNvSpPr>
            <a:spLocks noGrp="1"/>
          </p:cNvSpPr>
          <p:nvPr>
            <p:ph type="sldNum" sz="quarter" idx="12"/>
          </p:nvPr>
        </p:nvSpPr>
        <p:spPr>
          <a:xfrm>
            <a:off x="11093451" y="1136"/>
            <a:ext cx="996949" cy="365760"/>
          </a:xfrm>
        </p:spPr>
        <p:txBody>
          <a:bodyPr rtlCol="0"/>
          <a:lstStyle>
            <a:lvl1pPr algn="r">
              <a:defRPr sz="1800">
                <a:solidFill>
                  <a:schemeClr val="bg1"/>
                </a:solidFill>
              </a:defRPr>
            </a:lvl1pPr>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601152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a:t>Asıl başlık stili için tıklatın</a:t>
            </a:r>
            <a:endParaRPr lang="tr-TR" noProof="0" dirty="0"/>
          </a:p>
        </p:txBody>
      </p:sp>
      <p:sp>
        <p:nvSpPr>
          <p:cNvPr id="3" name="İçerik Yer Tutucusu 2"/>
          <p:cNvSpPr>
            <a:spLocks noGrp="1"/>
          </p:cNvSpPr>
          <p:nvPr>
            <p:ph idx="1"/>
          </p:nvPr>
        </p:nvSpPr>
        <p:spPr/>
        <p:txBody>
          <a:bodyPr rtlCol="0"/>
          <a:lstStyle>
            <a:lvl1pPr>
              <a:defRPr/>
            </a:lvl1pPr>
            <a:lvl5pPr>
              <a:defRPr/>
            </a:lvl5pPr>
            <a:lvl6pPr>
              <a:defRPr/>
            </a:lvl6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46610F96-FFD0-4BC1-86F0-D957A2A4B8C7}" type="datetime1">
              <a:rPr lang="tr-TR" smtClean="0"/>
              <a:pPr/>
              <a:t>10.10.2026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594303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p:cNvSpPr>
            <a:spLocks noGrp="1"/>
          </p:cNvSpPr>
          <p:nvPr>
            <p:ph type="title"/>
          </p:nvPr>
        </p:nvSpPr>
        <p:spPr>
          <a:xfrm>
            <a:off x="963084" y="1968322"/>
            <a:ext cx="10363200" cy="1362075"/>
          </a:xfrm>
        </p:spPr>
        <p:txBody>
          <a:bodyPr rtlCol="0" anchor="b">
            <a:noAutofit/>
          </a:bodyPr>
          <a:lstStyle>
            <a:lvl1pPr algn="l">
              <a:buNone/>
              <a:defRPr sz="4300" b="1" cap="none" baseline="0">
                <a:ln w="12700">
                  <a:solidFill>
                    <a:schemeClr val="accent2">
                      <a:shade val="90000"/>
                      <a:satMod val="150000"/>
                    </a:schemeClr>
                  </a:solidFill>
                </a:ln>
                <a:solidFill>
                  <a:schemeClr val="accent2"/>
                </a:solidFill>
                <a:effectLst/>
              </a:defRPr>
            </a:lvl1pPr>
          </a:lstStyle>
          <a:p>
            <a:pPr rtl="0"/>
            <a:r>
              <a:rPr lang="tr-TR" noProof="0"/>
              <a:t>Asıl başlık stili için tıklatın</a:t>
            </a:r>
            <a:endParaRPr kumimoji="0" lang="tr-TR" noProof="0" dirty="0"/>
          </a:p>
        </p:txBody>
      </p:sp>
      <p:sp>
        <p:nvSpPr>
          <p:cNvPr id="3" name="Metin Yer Tutucusu 2"/>
          <p:cNvSpPr>
            <a:spLocks noGrp="1"/>
          </p:cNvSpPr>
          <p:nvPr>
            <p:ph type="body" idx="1"/>
          </p:nvPr>
        </p:nvSpPr>
        <p:spPr>
          <a:xfrm>
            <a:off x="963084" y="3367088"/>
            <a:ext cx="10363200" cy="1509712"/>
          </a:xfrm>
        </p:spPr>
        <p:txBody>
          <a:bodyPr rtlCol="0"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tr-TR" noProof="0"/>
              <a:t>Asıl metin stillerini düzenle</a:t>
            </a:r>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FF56EF26-BBDF-4885-BB66-53FDFCADA69E}" type="datetime1">
              <a:rPr lang="tr-TR" smtClean="0"/>
              <a:pPr/>
              <a:t>10.10.2026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70512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a:t>Asıl başlık stili için tıklatın</a:t>
            </a:r>
            <a:endParaRPr lang="tr-TR" noProof="0" dirty="0"/>
          </a:p>
        </p:txBody>
      </p:sp>
      <p:sp>
        <p:nvSpPr>
          <p:cNvPr id="3" name="İçerik Yer Tutucusu 2"/>
          <p:cNvSpPr>
            <a:spLocks noGrp="1"/>
          </p:cNvSpPr>
          <p:nvPr>
            <p:ph sz="half" idx="1"/>
          </p:nvPr>
        </p:nvSpPr>
        <p:spPr>
          <a:xfrm>
            <a:off x="609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4" name="İçerik Yer Tutucusu 3"/>
          <p:cNvSpPr>
            <a:spLocks noGrp="1"/>
          </p:cNvSpPr>
          <p:nvPr>
            <p:ph sz="half" idx="2"/>
          </p:nvPr>
        </p:nvSpPr>
        <p:spPr>
          <a:xfrm>
            <a:off x="6197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A84B813B-74D5-4B4F-94CB-6CD8395E9845}" type="datetime1">
              <a:rPr lang="tr-TR" smtClean="0"/>
              <a:pPr/>
              <a:t>10.10.2026</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446445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508000" y="1143000"/>
            <a:ext cx="11176000" cy="1069848"/>
          </a:xfrm>
        </p:spPr>
        <p:txBody>
          <a:bodyPr rtlCol="0" anchor="ctr"/>
          <a:lstStyle>
            <a:lvl1pPr>
              <a:defRPr sz="4000" b="0" i="0" cap="none" baseline="0"/>
            </a:lvl1pPr>
          </a:lstStyle>
          <a:p>
            <a:pPr rtl="0"/>
            <a:r>
              <a:rPr lang="tr-TR" noProof="0"/>
              <a:t>Asıl başlık stili için tıklatın</a:t>
            </a:r>
            <a:endParaRPr lang="tr-TR" noProof="0" dirty="0"/>
          </a:p>
        </p:txBody>
      </p:sp>
      <p:sp>
        <p:nvSpPr>
          <p:cNvPr id="3" name="Metin Yer Tutucusu 2"/>
          <p:cNvSpPr>
            <a:spLocks noGrp="1"/>
          </p:cNvSpPr>
          <p:nvPr>
            <p:ph type="body" idx="1"/>
          </p:nvPr>
        </p:nvSpPr>
        <p:spPr>
          <a:xfrm>
            <a:off x="508000" y="2244970"/>
            <a:ext cx="5388864"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a:t>Asıl metin stillerini düzenle</a:t>
            </a:r>
          </a:p>
        </p:txBody>
      </p:sp>
      <p:sp>
        <p:nvSpPr>
          <p:cNvPr id="5" name="İçerik Yer Tutucusu 4"/>
          <p:cNvSpPr>
            <a:spLocks noGrp="1"/>
          </p:cNvSpPr>
          <p:nvPr>
            <p:ph sz="quarter" idx="2"/>
          </p:nvPr>
        </p:nvSpPr>
        <p:spPr>
          <a:xfrm>
            <a:off x="508000" y="2708519"/>
            <a:ext cx="5388864"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4" name="Metin Yer Tutucusu 3"/>
          <p:cNvSpPr>
            <a:spLocks noGrp="1"/>
          </p:cNvSpPr>
          <p:nvPr>
            <p:ph type="body" sz="half" idx="3"/>
          </p:nvPr>
        </p:nvSpPr>
        <p:spPr>
          <a:xfrm>
            <a:off x="6294968" y="2244970"/>
            <a:ext cx="5389033"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a:t>Asıl metin stillerini düzenle</a:t>
            </a:r>
          </a:p>
        </p:txBody>
      </p:sp>
      <p:sp>
        <p:nvSpPr>
          <p:cNvPr id="6" name="İçerik Yer Tutucusu 5"/>
          <p:cNvSpPr>
            <a:spLocks noGrp="1"/>
          </p:cNvSpPr>
          <p:nvPr>
            <p:ph sz="quarter" idx="4"/>
          </p:nvPr>
        </p:nvSpPr>
        <p:spPr>
          <a:xfrm>
            <a:off x="6291073" y="2708519"/>
            <a:ext cx="5389033"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28" name="Alt Bilgi Yer Tutucusu 27"/>
          <p:cNvSpPr>
            <a:spLocks noGrp="1"/>
          </p:cNvSpPr>
          <p:nvPr>
            <p:ph type="ftr" sz="quarter" idx="12"/>
          </p:nvPr>
        </p:nvSpPr>
        <p:spPr/>
        <p:txBody>
          <a:bodyPr rtlCol="0"/>
          <a:lstStyle/>
          <a:p>
            <a:pPr rtl="0"/>
            <a:r>
              <a:rPr lang="tr-TR" noProof="0" dirty="0"/>
              <a:t>Alt bilgi ekleme</a:t>
            </a:r>
          </a:p>
        </p:txBody>
      </p:sp>
      <p:sp>
        <p:nvSpPr>
          <p:cNvPr id="26" name="Tarih Yer Tutucusu 25"/>
          <p:cNvSpPr>
            <a:spLocks noGrp="1"/>
          </p:cNvSpPr>
          <p:nvPr>
            <p:ph type="dt" sz="half" idx="10"/>
          </p:nvPr>
        </p:nvSpPr>
        <p:spPr/>
        <p:txBody>
          <a:bodyPr rtlCol="0"/>
          <a:lstStyle>
            <a:lvl1pPr>
              <a:defRPr/>
            </a:lvl1pPr>
          </a:lstStyle>
          <a:p>
            <a:fld id="{B72EC71D-25AD-4A7C-AB6C-E63D5EDA9366}" type="datetime1">
              <a:rPr lang="tr-TR" smtClean="0"/>
              <a:pPr/>
              <a:t>10.10.2026</a:t>
            </a:fld>
            <a:endParaRPr lang="tr-TR" dirty="0"/>
          </a:p>
        </p:txBody>
      </p:sp>
      <p:sp>
        <p:nvSpPr>
          <p:cNvPr id="27" name="Slayt Numarası Yer Tutucusu 26"/>
          <p:cNvSpPr>
            <a:spLocks noGrp="1"/>
          </p:cNvSpPr>
          <p:nvPr>
            <p:ph type="sldNum" sz="quarter" idx="11"/>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7071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a:xfrm>
            <a:off x="609600" y="1143000"/>
            <a:ext cx="10972800" cy="1069848"/>
          </a:xfrm>
        </p:spPr>
        <p:txBody>
          <a:bodyPr rtlCol="0" anchor="ctr"/>
          <a:lstStyle>
            <a:lvl1pPr>
              <a:defRPr sz="4000">
                <a:solidFill>
                  <a:schemeClr val="tx2"/>
                </a:solidFill>
              </a:defRPr>
            </a:lvl1pPr>
          </a:lstStyle>
          <a:p>
            <a:pPr rtl="0"/>
            <a:r>
              <a:rPr lang="tr-TR" noProof="0"/>
              <a:t>Asıl başlık stili için tıklatın</a:t>
            </a:r>
            <a:endParaRPr lang="tr-TR" noProof="0" dirty="0"/>
          </a:p>
        </p:txBody>
      </p:sp>
      <p:sp>
        <p:nvSpPr>
          <p:cNvPr id="4" name="Alt Bilgi Yer Tutucusu 3"/>
          <p:cNvSpPr>
            <a:spLocks noGrp="1"/>
          </p:cNvSpPr>
          <p:nvPr>
            <p:ph type="ftr" sz="quarter" idx="11"/>
          </p:nvPr>
        </p:nvSpPr>
        <p:spPr>
          <a:xfrm>
            <a:off x="7010400" y="612648"/>
            <a:ext cx="1767840" cy="457200"/>
          </a:xfrm>
        </p:spPr>
        <p:txBody>
          <a:bodyPr rtlCol="0"/>
          <a:lstStyle/>
          <a:p>
            <a:pPr rtl="0"/>
            <a:r>
              <a:rPr lang="tr-TR" noProof="0" dirty="0"/>
              <a:t>Alt bilgi ekleme</a:t>
            </a:r>
          </a:p>
        </p:txBody>
      </p:sp>
      <p:sp>
        <p:nvSpPr>
          <p:cNvPr id="3" name="Tarih Yer Tutucusu 2"/>
          <p:cNvSpPr>
            <a:spLocks noGrp="1"/>
          </p:cNvSpPr>
          <p:nvPr>
            <p:ph type="dt" sz="half" idx="10"/>
          </p:nvPr>
        </p:nvSpPr>
        <p:spPr>
          <a:xfrm>
            <a:off x="8778240" y="612648"/>
            <a:ext cx="1276352" cy="457200"/>
          </a:xfrm>
        </p:spPr>
        <p:txBody>
          <a:bodyPr rtlCol="0"/>
          <a:lstStyle>
            <a:lvl1pPr>
              <a:defRPr/>
            </a:lvl1pPr>
          </a:lstStyle>
          <a:p>
            <a:fld id="{851036E3-487C-41B5-92E9-47E0F0B9591B}" type="datetime1">
              <a:rPr lang="tr-TR" smtClean="0"/>
              <a:pPr/>
              <a:t>10.10.2026</a:t>
            </a:fld>
            <a:endParaRPr lang="tr-TR" dirty="0"/>
          </a:p>
        </p:txBody>
      </p:sp>
      <p:sp>
        <p:nvSpPr>
          <p:cNvPr id="5" name="Slayt Numarası Yer Tutucusu 4"/>
          <p:cNvSpPr>
            <a:spLocks noGrp="1"/>
          </p:cNvSpPr>
          <p:nvPr>
            <p:ph type="sldNum" sz="quarter" idx="12"/>
          </p:nvPr>
        </p:nvSpPr>
        <p:spPr>
          <a:xfrm>
            <a:off x="10899648" y="2272"/>
            <a:ext cx="1016000" cy="365760"/>
          </a:xfrm>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82195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3" name="Alt Bilgi Yer Tutucusu 2"/>
          <p:cNvSpPr>
            <a:spLocks noGrp="1"/>
          </p:cNvSpPr>
          <p:nvPr>
            <p:ph type="ftr" sz="quarter" idx="11"/>
          </p:nvPr>
        </p:nvSpPr>
        <p:spPr/>
        <p:txBody>
          <a:bodyPr rtlCol="0"/>
          <a:lstStyle/>
          <a:p>
            <a:pPr rtl="0"/>
            <a:r>
              <a:rPr lang="tr-TR" noProof="0" dirty="0"/>
              <a:t>Alt bilgi ekleme</a:t>
            </a:r>
          </a:p>
        </p:txBody>
      </p:sp>
      <p:sp>
        <p:nvSpPr>
          <p:cNvPr id="2" name="Tarih Yer Tutucusu 1"/>
          <p:cNvSpPr>
            <a:spLocks noGrp="1"/>
          </p:cNvSpPr>
          <p:nvPr>
            <p:ph type="dt" sz="half" idx="10"/>
          </p:nvPr>
        </p:nvSpPr>
        <p:spPr/>
        <p:txBody>
          <a:bodyPr rtlCol="0"/>
          <a:lstStyle>
            <a:lvl1pPr>
              <a:defRPr/>
            </a:lvl1pPr>
          </a:lstStyle>
          <a:p>
            <a:fld id="{E7730CD3-31CA-47BB-8FC4-9AA93086A77D}" type="datetime1">
              <a:rPr lang="tr-TR" smtClean="0"/>
              <a:pPr/>
              <a:t>10.10.2026</a:t>
            </a:fld>
            <a:endParaRPr lang="tr-TR" dirty="0"/>
          </a:p>
        </p:txBody>
      </p:sp>
      <p:sp>
        <p:nvSpPr>
          <p:cNvPr id="4" name="Slayt Numarası Yer Tutucusu 3"/>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1135695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Resim Yazılı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7137995" y="1101970"/>
            <a:ext cx="4511040" cy="877824"/>
          </a:xfrm>
        </p:spPr>
        <p:txBody>
          <a:bodyPr rtlCol="0" anchor="b"/>
          <a:lstStyle>
            <a:lvl1pPr algn="l">
              <a:buNone/>
              <a:defRPr sz="1800" b="1"/>
            </a:lvl1pPr>
          </a:lstStyle>
          <a:p>
            <a:pPr rtl="0"/>
            <a:r>
              <a:rPr lang="tr-TR" noProof="0" dirty="0"/>
              <a:t>Asıl başlık stilini düzenle</a:t>
            </a:r>
          </a:p>
        </p:txBody>
      </p:sp>
      <p:sp>
        <p:nvSpPr>
          <p:cNvPr id="4" name="İçerik Yer Tutucusu 3"/>
          <p:cNvSpPr>
            <a:spLocks noGrp="1"/>
          </p:cNvSpPr>
          <p:nvPr>
            <p:ph sz="half" idx="1"/>
          </p:nvPr>
        </p:nvSpPr>
        <p:spPr>
          <a:xfrm>
            <a:off x="203200" y="776287"/>
            <a:ext cx="6803136" cy="5805083"/>
          </a:xfrm>
        </p:spPr>
        <p:txBody>
          <a:bodyPr rtlCol="0"/>
          <a:lstStyle>
            <a:lvl1pPr>
              <a:defRPr sz="3200"/>
            </a:lvl1pPr>
            <a:lvl2pPr>
              <a:defRPr sz="2800"/>
            </a:lvl2pPr>
            <a:lvl3pPr>
              <a:defRPr sz="2400"/>
            </a:lvl3pPr>
            <a:lvl4pPr>
              <a:defRPr sz="2000"/>
            </a:lvl4pPr>
            <a:lvl5pPr>
              <a:defRPr sz="20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3" name="Metin Yer Tutucusu 2"/>
          <p:cNvSpPr>
            <a:spLocks noGrp="1"/>
          </p:cNvSpPr>
          <p:nvPr>
            <p:ph type="body" idx="2"/>
          </p:nvPr>
        </p:nvSpPr>
        <p:spPr>
          <a:xfrm>
            <a:off x="7137995" y="2010727"/>
            <a:ext cx="4511040" cy="4580573"/>
          </a:xfrm>
        </p:spPr>
        <p:txBody>
          <a:bodyPr rtlCol="0"/>
          <a:lstStyle>
            <a:lvl1pPr marL="9144" indent="0">
              <a:buNone/>
              <a:defRPr sz="1400"/>
            </a:lvl1pPr>
            <a:lvl2pPr>
              <a:buNone/>
              <a:defRPr sz="1200"/>
            </a:lvl2pPr>
            <a:lvl3pPr>
              <a:buNone/>
              <a:defRPr sz="1000"/>
            </a:lvl3pPr>
            <a:lvl4pPr>
              <a:buNone/>
              <a:defRPr sz="900"/>
            </a:lvl4pPr>
            <a:lvl5pPr>
              <a:buNone/>
              <a:defRPr sz="900"/>
            </a:lvl5pPr>
          </a:lstStyle>
          <a:p>
            <a:pPr lvl="0" rtl="0" eaLnBrk="1" latinLnBrk="0" hangingPunct="1"/>
            <a:r>
              <a:rPr lang="tr-TR" noProof="0"/>
              <a:t>Asıl metin stillerini düzenle</a:t>
            </a:r>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90C5B609-EC73-4CF8-A564-D90D0E54FA36}" type="datetime1">
              <a:rPr lang="tr-TR" smtClean="0"/>
              <a:pPr/>
              <a:t>10.10.2026</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498685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Resim Yazı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7253913" y="1109161"/>
            <a:ext cx="782404" cy="4681637"/>
          </a:xfrm>
        </p:spPr>
        <p:txBody>
          <a:bodyPr vert="vert270" lIns="45720" tIns="0" rIns="45720" rtlCol="0" anchor="t"/>
          <a:lstStyle>
            <a:lvl1pPr algn="ctr">
              <a:buNone/>
              <a:defRPr sz="2000" b="1"/>
            </a:lvl1pPr>
          </a:lstStyle>
          <a:p>
            <a:pPr rtl="0"/>
            <a:r>
              <a:rPr lang="tr-TR" noProof="0"/>
              <a:t>Asıl başlık stili için tıklatın</a:t>
            </a:r>
            <a:endParaRPr lang="tr-TR" noProof="0" dirty="0"/>
          </a:p>
        </p:txBody>
      </p:sp>
      <p:sp>
        <p:nvSpPr>
          <p:cNvPr id="3" name="Resim Yer Tutucusu 2" descr="Resim eklemek için boş yer tutucu. Yer tutucuya tıklayın ve eklemek istediğiniz resmi seçin"/>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rtlCol="0"/>
          <a:lstStyle>
            <a:lvl1pPr marL="0" indent="0">
              <a:buNone/>
              <a:defRPr sz="3200"/>
            </a:lvl1pPr>
          </a:lstStyle>
          <a:p>
            <a:pPr rtl="0"/>
            <a:r>
              <a:rPr lang="tr-TR" noProof="0"/>
              <a:t>Resim eklemek için simgeyi tıklatın</a:t>
            </a:r>
            <a:endParaRPr kumimoji="0" lang="tr-TR" noProof="0" dirty="0"/>
          </a:p>
        </p:txBody>
      </p:sp>
      <p:sp>
        <p:nvSpPr>
          <p:cNvPr id="4" name="Metin Yer Tutucusu 3"/>
          <p:cNvSpPr>
            <a:spLocks noGrp="1"/>
          </p:cNvSpPr>
          <p:nvPr>
            <p:ph type="body" sz="half" idx="2"/>
          </p:nvPr>
        </p:nvSpPr>
        <p:spPr>
          <a:xfrm>
            <a:off x="8117924" y="3274309"/>
            <a:ext cx="3454400" cy="2516489"/>
          </a:xfrm>
        </p:spPr>
        <p:txBody>
          <a:bodyPr lIns="0" tIns="0" rIns="45720" rtlCol="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rtl="0" eaLnBrk="1" latinLnBrk="0" hangingPunct="1"/>
            <a:r>
              <a:rPr lang="tr-TR" noProof="0"/>
              <a:t>Asıl metin stillerini düzenle</a:t>
            </a:r>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D85D7756-B745-4648-9348-5BA7D8FC560E}" type="datetime1">
              <a:rPr lang="tr-TR" smtClean="0"/>
              <a:pPr/>
              <a:t>10.10.2026</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1883619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a:t>Asıl başlık stili için tıklatın</a:t>
            </a:r>
            <a:endParaRPr lang="tr-TR" noProof="0" dirty="0"/>
          </a:p>
        </p:txBody>
      </p:sp>
      <p:sp>
        <p:nvSpPr>
          <p:cNvPr id="3" name="Dikey Metin Yer Tutucusu 2"/>
          <p:cNvSpPr>
            <a:spLocks noGrp="1"/>
          </p:cNvSpPr>
          <p:nvPr>
            <p:ph type="body" orient="vert" idx="1"/>
          </p:nvPr>
        </p:nvSpPr>
        <p:spPr/>
        <p:txBody>
          <a:bodyPr vert="eaVert" rtlCol="0"/>
          <a:lstStyle>
            <a:lvl1pPr>
              <a:defRPr/>
            </a:lvl1pPr>
            <a:lvl5pPr>
              <a:defRPr/>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443DEEBB-C631-4BE4-9EB9-151005B5892D}" type="datetime1">
              <a:rPr lang="tr-TR" smtClean="0"/>
              <a:pPr/>
              <a:t>10.10.2026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46784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hasCustomPrompt="1"/>
          </p:nvPr>
        </p:nvSpPr>
        <p:spPr>
          <a:xfrm>
            <a:off x="9042400" y="1143000"/>
            <a:ext cx="2540000" cy="5448300"/>
          </a:xfrm>
        </p:spPr>
        <p:txBody>
          <a:bodyPr vert="eaVert" rtlCol="0"/>
          <a:lstStyle>
            <a:lvl1pPr>
              <a:defRPr/>
            </a:lvl1pPr>
          </a:lstStyle>
          <a:p>
            <a:pPr rtl="0"/>
            <a:r>
              <a:rPr lang="tr-TR" noProof="0" dirty="0"/>
              <a:t>Asıl başlık stilini düzenle</a:t>
            </a:r>
          </a:p>
        </p:txBody>
      </p:sp>
      <p:sp>
        <p:nvSpPr>
          <p:cNvPr id="3" name="Dikey Metin Yer Tutucusu 2"/>
          <p:cNvSpPr>
            <a:spLocks noGrp="1"/>
          </p:cNvSpPr>
          <p:nvPr>
            <p:ph type="body" orient="vert" idx="1" hasCustomPrompt="1"/>
          </p:nvPr>
        </p:nvSpPr>
        <p:spPr>
          <a:xfrm>
            <a:off x="609600" y="1143000"/>
            <a:ext cx="8331200" cy="5448300"/>
          </a:xfrm>
        </p:spPr>
        <p:txBody>
          <a:bodyPr vert="eaVert" rtlCol="0"/>
          <a:lstStyle>
            <a:lvl5pPr>
              <a:defRPr/>
            </a:lvl5pPr>
          </a:lstStyle>
          <a:p>
            <a:pPr lvl="0" rtl="0" eaLnBrk="1" latinLnBrk="0" hangingPunct="1"/>
            <a:r>
              <a:rPr lang="tr-TR" noProof="0" dirty="0"/>
              <a:t>Asıl metin stillerini düzenlemek için tıklayın</a:t>
            </a:r>
          </a:p>
          <a:p>
            <a:pPr lvl="1" rtl="0" eaLnBrk="1" latinLnBrk="0" hangingPunct="1"/>
            <a:r>
              <a:rPr lang="tr-TR" noProof="0" dirty="0"/>
              <a:t>İkinci düzey</a:t>
            </a:r>
          </a:p>
          <a:p>
            <a:pPr lvl="2" rtl="0" eaLnBrk="1" latinLnBrk="0" hangingPunct="1"/>
            <a:r>
              <a:rPr lang="tr-TR" noProof="0" dirty="0"/>
              <a:t>Üçüncü düzey</a:t>
            </a:r>
          </a:p>
          <a:p>
            <a:pPr lvl="3" rtl="0" eaLnBrk="1" latinLnBrk="0" hangingPunct="1"/>
            <a:r>
              <a:rPr lang="tr-TR" noProof="0" dirty="0"/>
              <a:t>Dördüncü düzey</a:t>
            </a:r>
          </a:p>
          <a:p>
            <a:pPr lvl="4" rtl="0" eaLnBrk="1" latinLnBrk="0" hangingPunct="1"/>
            <a:r>
              <a:rPr lang="tr-TR" noProof="0" dirty="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C76B82DB-6D5C-486A-98D3-E008B7673553}" type="datetime1">
              <a:rPr lang="tr-TR" smtClean="0"/>
              <a:pPr/>
              <a:t>10.10.2026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97808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Dikdörtgen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9" name="Dikdörtgen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0" name="Dikdörtgen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1" name="Dikdörtgen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2" name="Dikdörtgen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3" name="Yuvarlatılmış Dikdörtgen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4" name="Yuvarlatılmış Dikdörtgen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5" name="Dikdörtgen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6" name="Dikdörtgen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7" name="Dikdörtgen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8" name="Dikdörtgen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9" name="Dikdörtgen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40" name="Dikdörtgen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2" name="Başlık Yer Tutucusu 21"/>
          <p:cNvSpPr>
            <a:spLocks noGrp="1"/>
          </p:cNvSpPr>
          <p:nvPr>
            <p:ph type="title"/>
          </p:nvPr>
        </p:nvSpPr>
        <p:spPr>
          <a:xfrm>
            <a:off x="609600" y="1143000"/>
            <a:ext cx="10972800" cy="1066800"/>
          </a:xfrm>
          <a:prstGeom prst="rect">
            <a:avLst/>
          </a:prstGeom>
        </p:spPr>
        <p:txBody>
          <a:bodyPr vert="horz" rtlCol="0" anchor="ctr">
            <a:normAutofit/>
          </a:bodyPr>
          <a:lstStyle/>
          <a:p>
            <a:pPr rtl="0"/>
            <a:r>
              <a:rPr lang="tr-TR" noProof="0" dirty="0"/>
              <a:t>Asıl başlık stilini düzenlemek için tıklayın</a:t>
            </a:r>
          </a:p>
        </p:txBody>
      </p:sp>
      <p:sp>
        <p:nvSpPr>
          <p:cNvPr id="13" name="Metin Yer Tutucusu 12"/>
          <p:cNvSpPr>
            <a:spLocks noGrp="1"/>
          </p:cNvSpPr>
          <p:nvPr>
            <p:ph type="body" idx="1"/>
          </p:nvPr>
        </p:nvSpPr>
        <p:spPr>
          <a:xfrm>
            <a:off x="609600" y="2249424"/>
            <a:ext cx="10972800" cy="4325112"/>
          </a:xfrm>
          <a:prstGeom prst="rect">
            <a:avLst/>
          </a:prstGeom>
        </p:spPr>
        <p:txBody>
          <a:bodyPr vert="horz" rtlCol="0">
            <a:normAutofit/>
          </a:bodyPr>
          <a:lstStyle/>
          <a:p>
            <a:pPr lvl="0" rtl="0"/>
            <a:r>
              <a:rPr lang="tr-TR" noProof="0" dirty="0"/>
              <a:t>Asıl metin stillerini düzenle</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3" name="Alt Bilgi Yer Tutucusu 2"/>
          <p:cNvSpPr>
            <a:spLocks noGrp="1"/>
          </p:cNvSpPr>
          <p:nvPr>
            <p:ph type="ftr" sz="quarter" idx="3"/>
          </p:nvPr>
        </p:nvSpPr>
        <p:spPr>
          <a:xfrm>
            <a:off x="7010400" y="612648"/>
            <a:ext cx="1767840" cy="457200"/>
          </a:xfrm>
          <a:prstGeom prst="rect">
            <a:avLst/>
          </a:prstGeom>
        </p:spPr>
        <p:txBody>
          <a:bodyPr vert="horz" rtlCol="0"/>
          <a:lstStyle>
            <a:lvl1pPr algn="r" eaLnBrk="1" latinLnBrk="0" hangingPunct="1">
              <a:defRPr kumimoji="0" sz="1100">
                <a:solidFill>
                  <a:schemeClr val="accent2">
                    <a:lumMod val="75000"/>
                  </a:schemeClr>
                </a:solidFill>
              </a:defRPr>
            </a:lvl1pPr>
          </a:lstStyle>
          <a:p>
            <a:pPr rtl="0"/>
            <a:r>
              <a:rPr lang="tr-TR" noProof="0" dirty="0"/>
              <a:t>Alt bilgi ekleme</a:t>
            </a:r>
          </a:p>
        </p:txBody>
      </p:sp>
      <p:sp>
        <p:nvSpPr>
          <p:cNvPr id="14" name="Tarih Yer Tutucusu 13"/>
          <p:cNvSpPr>
            <a:spLocks noGrp="1"/>
          </p:cNvSpPr>
          <p:nvPr>
            <p:ph type="dt" sz="half" idx="2"/>
          </p:nvPr>
        </p:nvSpPr>
        <p:spPr>
          <a:xfrm>
            <a:off x="8782048" y="612648"/>
            <a:ext cx="1276352" cy="457200"/>
          </a:xfrm>
          <a:prstGeom prst="rect">
            <a:avLst/>
          </a:prstGeom>
        </p:spPr>
        <p:txBody>
          <a:bodyPr vert="horz" rtlCol="0"/>
          <a:lstStyle>
            <a:lvl1pPr algn="l" eaLnBrk="1" latinLnBrk="0" hangingPunct="1">
              <a:defRPr kumimoji="0" sz="1100">
                <a:solidFill>
                  <a:schemeClr val="accent2">
                    <a:lumMod val="75000"/>
                  </a:schemeClr>
                </a:solidFill>
              </a:defRPr>
            </a:lvl1pPr>
          </a:lstStyle>
          <a:p>
            <a:fld id="{8A9E5AA4-4083-47B0-96D9-3464BE7D917D}" type="datetime1">
              <a:rPr lang="tr-TR" smtClean="0"/>
              <a:pPr/>
              <a:t>10.10.2026</a:t>
            </a:fld>
            <a:endParaRPr lang="tr-TR" dirty="0"/>
          </a:p>
        </p:txBody>
      </p:sp>
      <p:sp>
        <p:nvSpPr>
          <p:cNvPr id="23" name="Slayt Numarası Yer Tutucusu 22"/>
          <p:cNvSpPr>
            <a:spLocks noGrp="1"/>
          </p:cNvSpPr>
          <p:nvPr>
            <p:ph type="sldNum" sz="quarter" idx="4"/>
          </p:nvPr>
        </p:nvSpPr>
        <p:spPr>
          <a:xfrm>
            <a:off x="10899648" y="2272"/>
            <a:ext cx="1016000" cy="365760"/>
          </a:xfrm>
          <a:prstGeom prst="rect">
            <a:avLst/>
          </a:prstGeom>
        </p:spPr>
        <p:txBody>
          <a:bodyPr vert="horz" rtlCol="0" anchor="b"/>
          <a:lstStyle>
            <a:lvl1pPr algn="r" eaLnBrk="1" latinLnBrk="0" hangingPunct="1">
              <a:defRPr kumimoji="0" sz="1800">
                <a:solidFill>
                  <a:srgbClr val="FFFFFF"/>
                </a:solidFill>
              </a:defRPr>
            </a:lvl1pPr>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13217172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lumMod val="75000"/>
          </a:schemeClr>
        </a:buClr>
        <a:buFont typeface="Georgia"/>
        <a:buChar char="•"/>
        <a:defRPr kumimoji="0" sz="2800" kern="1200">
          <a:solidFill>
            <a:schemeClr val="tx2"/>
          </a:solidFill>
          <a:latin typeface="+mn-lt"/>
          <a:ea typeface="+mn-ea"/>
          <a:cs typeface="+mn-cs"/>
        </a:defRPr>
      </a:lvl1pPr>
      <a:lvl2pPr marL="658368" indent="-246888" algn="l" rtl="0" eaLnBrk="1" latinLnBrk="0" hangingPunct="1">
        <a:spcBef>
          <a:spcPts val="300"/>
        </a:spcBef>
        <a:buClr>
          <a:schemeClr val="accent2">
            <a:lumMod val="75000"/>
          </a:schemeClr>
        </a:buClr>
        <a:buFont typeface="Georgia"/>
        <a:buChar char="▫"/>
        <a:defRPr kumimoji="0" sz="2600" kern="1200">
          <a:solidFill>
            <a:schemeClr val="tx2"/>
          </a:solidFill>
          <a:latin typeface="+mn-lt"/>
          <a:ea typeface="+mn-ea"/>
          <a:cs typeface="+mn-cs"/>
        </a:defRPr>
      </a:lvl2pPr>
      <a:lvl3pPr marL="923544" indent="-219456" algn="l" rtl="0" eaLnBrk="1" latinLnBrk="0" hangingPunct="1">
        <a:spcBef>
          <a:spcPts val="300"/>
        </a:spcBef>
        <a:buClr>
          <a:schemeClr val="accent1">
            <a:lumMod val="50000"/>
          </a:schemeClr>
        </a:buClr>
        <a:buFont typeface="Wingdings 2" panose="05020102010507070707" pitchFamily="18" charset="2"/>
        <a:buChar char=""/>
        <a:defRPr kumimoji="0" sz="2400" kern="1200">
          <a:solidFill>
            <a:schemeClr val="tx2"/>
          </a:solidFill>
          <a:latin typeface="+mn-lt"/>
          <a:ea typeface="+mn-ea"/>
          <a:cs typeface="+mn-cs"/>
        </a:defRPr>
      </a:lvl3pPr>
      <a:lvl4pPr marL="1179576" indent="-201168" algn="l" rtl="0" eaLnBrk="1" latinLnBrk="0" hangingPunct="1">
        <a:spcBef>
          <a:spcPts val="300"/>
        </a:spcBef>
        <a:buClr>
          <a:schemeClr val="accent1">
            <a:lumMod val="50000"/>
          </a:schemeClr>
        </a:buClr>
        <a:buFont typeface="Wingdings 2" panose="05020102010507070707" pitchFamily="18" charset="2"/>
        <a:buChar char=""/>
        <a:defRPr kumimoji="0" sz="2200" kern="1200">
          <a:solidFill>
            <a:schemeClr val="tx2"/>
          </a:solidFill>
          <a:latin typeface="+mn-lt"/>
          <a:ea typeface="+mn-ea"/>
          <a:cs typeface="+mn-cs"/>
        </a:defRPr>
      </a:lvl4pPr>
      <a:lvl5pPr marL="1389888" indent="-182880" algn="l" rtl="0" eaLnBrk="1" latinLnBrk="0" hangingPunct="1">
        <a:spcBef>
          <a:spcPts val="300"/>
        </a:spcBef>
        <a:buClr>
          <a:schemeClr val="accent1">
            <a:lumMod val="50000"/>
          </a:schemeClr>
        </a:buClr>
        <a:buFont typeface="Wingdings 2" panose="05020102010507070707" pitchFamily="18" charset="2"/>
        <a:buChar char=""/>
        <a:defRPr kumimoji="0" sz="2000" kern="1200">
          <a:solidFill>
            <a:schemeClr val="tx2"/>
          </a:solidFill>
          <a:latin typeface="+mn-lt"/>
          <a:ea typeface="+mn-ea"/>
          <a:cs typeface="+mn-cs"/>
        </a:defRPr>
      </a:lvl5pPr>
      <a:lvl6pPr marL="1609344" indent="-182880" algn="l" rtl="0" eaLnBrk="1" latinLnBrk="0" hangingPunct="1">
        <a:spcBef>
          <a:spcPts val="300"/>
        </a:spcBef>
        <a:buClr>
          <a:schemeClr val="accent1">
            <a:lumMod val="50000"/>
          </a:schemeClr>
        </a:buClr>
        <a:buFont typeface="Wingdings 2" panose="05020102010507070707" pitchFamily="18" charset="2"/>
        <a:buChar char=""/>
        <a:defRPr kumimoji="0" sz="1800" kern="1200">
          <a:solidFill>
            <a:schemeClr val="tx2"/>
          </a:solidFill>
          <a:latin typeface="+mn-lt"/>
          <a:ea typeface="+mn-ea"/>
          <a:cs typeface="+mn-cs"/>
        </a:defRPr>
      </a:lvl6pPr>
      <a:lvl7pPr marL="1828800" indent="-182880" algn="l" rtl="0" eaLnBrk="1" latinLnBrk="0" hangingPunct="1">
        <a:spcBef>
          <a:spcPts val="300"/>
        </a:spcBef>
        <a:buClr>
          <a:schemeClr val="accent1">
            <a:lumMod val="50000"/>
          </a:schemeClr>
        </a:buClr>
        <a:buFont typeface="Wingdings 2" panose="05020102010507070707" pitchFamily="18" charset="2"/>
        <a:buChar char=""/>
        <a:defRPr kumimoji="0" sz="1600" kern="1200">
          <a:solidFill>
            <a:schemeClr val="tx2"/>
          </a:solidFill>
          <a:latin typeface="+mn-lt"/>
          <a:ea typeface="+mn-ea"/>
          <a:cs typeface="+mn-cs"/>
        </a:defRPr>
      </a:lvl7pPr>
      <a:lvl8pPr marL="2029968" indent="-182880" algn="l" rtl="0" eaLnBrk="1" latinLnBrk="0" hangingPunct="1">
        <a:spcBef>
          <a:spcPts val="300"/>
        </a:spcBef>
        <a:buClr>
          <a:schemeClr val="accent1">
            <a:lumMod val="50000"/>
          </a:schemeClr>
        </a:buClr>
        <a:buFont typeface="Wingdings 2" panose="05020102010507070707" pitchFamily="18" charset="2"/>
        <a:buChar char=""/>
        <a:defRPr kumimoji="0" sz="1500" kern="1200">
          <a:solidFill>
            <a:schemeClr val="tx2"/>
          </a:solidFill>
          <a:latin typeface="+mn-lt"/>
          <a:ea typeface="+mn-ea"/>
          <a:cs typeface="+mn-cs"/>
        </a:defRPr>
      </a:lvl8pPr>
      <a:lvl9pPr marL="2240280" indent="-182880" algn="l" rtl="0" eaLnBrk="1" latinLnBrk="0" hangingPunct="1">
        <a:spcBef>
          <a:spcPts val="300"/>
        </a:spcBef>
        <a:buClr>
          <a:schemeClr val="accent1">
            <a:lumMod val="50000"/>
          </a:schemeClr>
        </a:buClr>
        <a:buFont typeface="Wingdings 2" panose="05020102010507070707" pitchFamily="18" charset="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3840" userDrawn="1">
          <p15:clr>
            <a:srgbClr val="F26B43"/>
          </p15:clr>
        </p15:guide>
        <p15:guide id="2" orient="horz" pos="415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7.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rtlCol="0"/>
          <a:lstStyle/>
          <a:p>
            <a:pPr rtl="0"/>
            <a:r>
              <a:rPr lang="tr-TR" dirty="0"/>
              <a:t>Grafik ve Animasyon</a:t>
            </a:r>
          </a:p>
        </p:txBody>
      </p:sp>
      <p:sp>
        <p:nvSpPr>
          <p:cNvPr id="3" name="Alt Başlık 2"/>
          <p:cNvSpPr>
            <a:spLocks noGrp="1"/>
          </p:cNvSpPr>
          <p:nvPr>
            <p:ph type="subTitle" idx="1"/>
          </p:nvPr>
        </p:nvSpPr>
        <p:spPr/>
        <p:txBody>
          <a:bodyPr rtlCol="0"/>
          <a:lstStyle/>
          <a:p>
            <a:pPr rtl="0"/>
            <a:r>
              <a:rPr lang="tr-TR" dirty="0"/>
              <a:t>Zafer SERİN</a:t>
            </a:r>
          </a:p>
        </p:txBody>
      </p:sp>
    </p:spTree>
    <p:extLst>
      <p:ext uri="{BB962C8B-B14F-4D97-AF65-F5344CB8AC3E}">
        <p14:creationId xmlns:p14="http://schemas.microsoft.com/office/powerpoint/2010/main" val="706305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sp>
        <p:nvSpPr>
          <p:cNvPr id="3" name="İçerik Yer Tutucusu 2"/>
          <p:cNvSpPr>
            <a:spLocks noGrp="1"/>
          </p:cNvSpPr>
          <p:nvPr>
            <p:ph idx="1"/>
          </p:nvPr>
        </p:nvSpPr>
        <p:spPr/>
        <p:txBody>
          <a:bodyPr rtlCol="0"/>
          <a:lstStyle/>
          <a:p>
            <a:pPr algn="just"/>
            <a:r>
              <a:rPr lang="tr-TR" b="1" dirty="0"/>
              <a:t>Piksel(</a:t>
            </a:r>
            <a:r>
              <a:rPr lang="tr-TR" b="1" dirty="0" err="1"/>
              <a:t>Pixel</a:t>
            </a:r>
            <a:r>
              <a:rPr lang="tr-TR" b="1" dirty="0"/>
              <a:t>): </a:t>
            </a:r>
            <a:r>
              <a:rPr lang="tr-TR" dirty="0"/>
              <a:t>Piksel, bir görüntünün en küçük yapı taşıdır. Ekranlar veya görüntüler piksellerden oluşur ve her piksel belirli bir renk ve yoğunluğa sahiptir. 1920x1080 çözünürlüğünde bir ekran, 1920 piksel genişliğinde ve 1080 piksel yüksekliğinde toplam 2.073.600 pikselden oluşur.</a:t>
            </a:r>
          </a:p>
        </p:txBody>
      </p:sp>
      <p:pic>
        <p:nvPicPr>
          <p:cNvPr id="1030" name="Picture 6" descr="Pixel Art Nedir? - Tospaa Bilgisayarsız Kodlama Oyunu"/>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37228" y="4411980"/>
            <a:ext cx="2160000"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ixel art Çizim YouTube, youtube, açı, metin, renk derinliği png | PNGWi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06957" y="4411980"/>
            <a:ext cx="2365714" cy="216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9821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sp>
        <p:nvSpPr>
          <p:cNvPr id="3" name="İçerik Yer Tutucusu 2"/>
          <p:cNvSpPr>
            <a:spLocks noGrp="1"/>
          </p:cNvSpPr>
          <p:nvPr>
            <p:ph idx="1"/>
          </p:nvPr>
        </p:nvSpPr>
        <p:spPr/>
        <p:txBody>
          <a:bodyPr rtlCol="0"/>
          <a:lstStyle/>
          <a:p>
            <a:pPr algn="just"/>
            <a:r>
              <a:rPr lang="tr-TR" b="1" dirty="0"/>
              <a:t>Çözünürlük(</a:t>
            </a:r>
            <a:r>
              <a:rPr lang="tr-TR" b="1" dirty="0" err="1"/>
              <a:t>Resolution</a:t>
            </a:r>
            <a:r>
              <a:rPr lang="tr-TR" b="1" dirty="0"/>
              <a:t>): </a:t>
            </a:r>
            <a:r>
              <a:rPr lang="tr-TR" dirty="0"/>
              <a:t>Çözünürlük, bir görüntünün veya ekranın boyutunu ve ayrıntı düzeyini ifade eder. Genellikle piksel cinsinden ölçülür. SD(640x480), HD(1280x720), 1920x1080(FHD), 2560x1440(2K) 4K (3840x2160), veya 8K (7680x4320) gibi çözünürlükler kullanılır.</a:t>
            </a:r>
          </a:p>
        </p:txBody>
      </p:sp>
    </p:spTree>
    <p:extLst>
      <p:ext uri="{BB962C8B-B14F-4D97-AF65-F5344CB8AC3E}">
        <p14:creationId xmlns:p14="http://schemas.microsoft.com/office/powerpoint/2010/main" val="2678093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pic>
        <p:nvPicPr>
          <p:cNvPr id="2050" name="Picture 2" descr="Video resolution 101: Everything you need to know in 202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982468" y="2249488"/>
            <a:ext cx="8227063" cy="432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2031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sp>
        <p:nvSpPr>
          <p:cNvPr id="3" name="İçerik Yer Tutucusu 2"/>
          <p:cNvSpPr>
            <a:spLocks noGrp="1"/>
          </p:cNvSpPr>
          <p:nvPr>
            <p:ph idx="1"/>
          </p:nvPr>
        </p:nvSpPr>
        <p:spPr/>
        <p:txBody>
          <a:bodyPr rtlCol="0"/>
          <a:lstStyle/>
          <a:p>
            <a:pPr algn="just"/>
            <a:r>
              <a:rPr lang="tr-TR" b="1" dirty="0"/>
              <a:t>Renk Uzayı(</a:t>
            </a:r>
            <a:r>
              <a:rPr lang="tr-TR" b="1" dirty="0" err="1"/>
              <a:t>Color</a:t>
            </a:r>
            <a:r>
              <a:rPr lang="tr-TR" b="1" dirty="0"/>
              <a:t> Space): </a:t>
            </a:r>
            <a:r>
              <a:rPr lang="tr-TR" dirty="0"/>
              <a:t>Renk uzayı, renklerin nasıl temsil edildiğini ve hangi renklerin kullanılabileceğini tanımlar. RGB (</a:t>
            </a:r>
            <a:r>
              <a:rPr lang="tr-TR" dirty="0" err="1"/>
              <a:t>Red</a:t>
            </a:r>
            <a:r>
              <a:rPr lang="tr-TR" dirty="0"/>
              <a:t>, </a:t>
            </a:r>
            <a:r>
              <a:rPr lang="tr-TR" dirty="0" err="1"/>
              <a:t>Green</a:t>
            </a:r>
            <a:r>
              <a:rPr lang="tr-TR" dirty="0"/>
              <a:t>, Blue), CMYK (</a:t>
            </a:r>
            <a:r>
              <a:rPr lang="tr-TR" dirty="0" err="1"/>
              <a:t>Cyan</a:t>
            </a:r>
            <a:r>
              <a:rPr lang="tr-TR" dirty="0"/>
              <a:t>, </a:t>
            </a:r>
            <a:r>
              <a:rPr lang="tr-TR" dirty="0" err="1"/>
              <a:t>Magenta</a:t>
            </a:r>
            <a:r>
              <a:rPr lang="tr-TR" dirty="0"/>
              <a:t>, </a:t>
            </a:r>
            <a:r>
              <a:rPr lang="tr-TR" dirty="0" err="1"/>
              <a:t>Yellow</a:t>
            </a:r>
            <a:r>
              <a:rPr lang="tr-TR" dirty="0"/>
              <a:t>, </a:t>
            </a:r>
            <a:r>
              <a:rPr lang="tr-TR" dirty="0" err="1"/>
              <a:t>Key</a:t>
            </a:r>
            <a:r>
              <a:rPr lang="tr-TR" dirty="0"/>
              <a:t>/Black), veya HSL (</a:t>
            </a:r>
            <a:r>
              <a:rPr lang="tr-TR" dirty="0" err="1"/>
              <a:t>Hue</a:t>
            </a:r>
            <a:r>
              <a:rPr lang="tr-TR" dirty="0"/>
              <a:t>, </a:t>
            </a:r>
            <a:r>
              <a:rPr lang="tr-TR" dirty="0" err="1"/>
              <a:t>Saturation</a:t>
            </a:r>
            <a:r>
              <a:rPr lang="tr-TR" dirty="0"/>
              <a:t>, </a:t>
            </a:r>
            <a:r>
              <a:rPr lang="tr-TR" dirty="0" err="1"/>
              <a:t>Lightness</a:t>
            </a:r>
            <a:r>
              <a:rPr lang="tr-TR" dirty="0"/>
              <a:t>) gibi renk uzayları vardır.</a:t>
            </a:r>
          </a:p>
        </p:txBody>
      </p:sp>
    </p:spTree>
    <p:extLst>
      <p:ext uri="{BB962C8B-B14F-4D97-AF65-F5344CB8AC3E}">
        <p14:creationId xmlns:p14="http://schemas.microsoft.com/office/powerpoint/2010/main" val="1501340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pic>
        <p:nvPicPr>
          <p:cNvPr id="6146" name="Picture 2" descr="RGB vs. CMYK: Understanding the Differences - The Noun Project Blog"/>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3530068" y="2249488"/>
            <a:ext cx="5131863" cy="432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261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sp>
        <p:nvSpPr>
          <p:cNvPr id="3" name="İçerik Yer Tutucusu 2"/>
          <p:cNvSpPr>
            <a:spLocks noGrp="1"/>
          </p:cNvSpPr>
          <p:nvPr>
            <p:ph idx="1"/>
          </p:nvPr>
        </p:nvSpPr>
        <p:spPr/>
        <p:txBody>
          <a:bodyPr rtlCol="0">
            <a:normAutofit/>
          </a:bodyPr>
          <a:lstStyle/>
          <a:p>
            <a:pPr algn="just"/>
            <a:r>
              <a:rPr lang="tr-TR" b="1" dirty="0"/>
              <a:t>HSL(</a:t>
            </a:r>
            <a:r>
              <a:rPr lang="tr-TR" b="1" dirty="0" err="1"/>
              <a:t>Hue</a:t>
            </a:r>
            <a:r>
              <a:rPr lang="tr-TR" b="1" dirty="0"/>
              <a:t> </a:t>
            </a:r>
            <a:r>
              <a:rPr lang="tr-TR" b="1" dirty="0" err="1"/>
              <a:t>Saturation</a:t>
            </a:r>
            <a:r>
              <a:rPr lang="tr-TR" b="1" dirty="0"/>
              <a:t> </a:t>
            </a:r>
            <a:r>
              <a:rPr lang="tr-TR" b="1" dirty="0" err="1"/>
              <a:t>Lighting</a:t>
            </a:r>
            <a:r>
              <a:rPr lang="tr-TR" b="1" dirty="0"/>
              <a:t>): </a:t>
            </a:r>
            <a:r>
              <a:rPr lang="tr-TR" dirty="0"/>
              <a:t>HSL, renkleri tanımlamak için kullanılan bir renk uzayıdır. HSL, </a:t>
            </a:r>
            <a:r>
              <a:rPr lang="tr-TR" dirty="0" err="1"/>
              <a:t>Hue</a:t>
            </a:r>
            <a:r>
              <a:rPr lang="tr-TR" dirty="0"/>
              <a:t> (Ton), </a:t>
            </a:r>
            <a:r>
              <a:rPr lang="tr-TR" dirty="0" err="1"/>
              <a:t>Saturation</a:t>
            </a:r>
            <a:r>
              <a:rPr lang="tr-TR" dirty="0"/>
              <a:t> (Doygunluk) ve </a:t>
            </a:r>
            <a:r>
              <a:rPr lang="tr-TR" dirty="0" err="1"/>
              <a:t>Lightness</a:t>
            </a:r>
            <a:r>
              <a:rPr lang="tr-TR" dirty="0"/>
              <a:t> (Parlaklık) kelimelerinin baş harflerinden oluşur.</a:t>
            </a:r>
          </a:p>
          <a:p>
            <a:pPr algn="just"/>
            <a:r>
              <a:rPr lang="tr-TR" dirty="0" err="1"/>
              <a:t>Hue</a:t>
            </a:r>
            <a:r>
              <a:rPr lang="tr-TR" dirty="0"/>
              <a:t>: </a:t>
            </a:r>
            <a:r>
              <a:rPr lang="tr-TR" dirty="0" err="1"/>
              <a:t>Hue</a:t>
            </a:r>
            <a:r>
              <a:rPr lang="tr-TR" dirty="0"/>
              <a:t>, renklerin temel tonunu ifade eder. Bu, renk çemberi üzerindeki konumuna göre belirlenir. 0-360 derece arasında ölçülür. Her derece, farklı bir renk tonunu temsil eder.</a:t>
            </a:r>
          </a:p>
          <a:p>
            <a:r>
              <a:rPr lang="tr-TR" dirty="0" err="1"/>
              <a:t>Saturation</a:t>
            </a:r>
            <a:r>
              <a:rPr lang="tr-TR" dirty="0"/>
              <a:t>: </a:t>
            </a:r>
            <a:r>
              <a:rPr lang="tr-TR" dirty="0" err="1"/>
              <a:t>Saturation</a:t>
            </a:r>
            <a:r>
              <a:rPr lang="tr-TR" dirty="0"/>
              <a:t>, renklerin ne kadar doygun olduğunu ifade eder. Doygunluk arttıkça renk daha canlı ve yoğun hale gelir. 0-100% arasında ölçülür. 0% tamamen gri (renksiz), 100% ise tamamen doygun renk.</a:t>
            </a:r>
          </a:p>
          <a:p>
            <a:pPr algn="just"/>
            <a:endParaRPr lang="tr-TR" dirty="0"/>
          </a:p>
          <a:p>
            <a:pPr algn="just"/>
            <a:endParaRPr lang="tr-TR" dirty="0"/>
          </a:p>
        </p:txBody>
      </p:sp>
    </p:spTree>
    <p:extLst>
      <p:ext uri="{BB962C8B-B14F-4D97-AF65-F5344CB8AC3E}">
        <p14:creationId xmlns:p14="http://schemas.microsoft.com/office/powerpoint/2010/main" val="3279365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sp>
        <p:nvSpPr>
          <p:cNvPr id="3" name="İçerik Yer Tutucusu 2"/>
          <p:cNvSpPr>
            <a:spLocks noGrp="1"/>
          </p:cNvSpPr>
          <p:nvPr>
            <p:ph idx="1"/>
          </p:nvPr>
        </p:nvSpPr>
        <p:spPr/>
        <p:txBody>
          <a:bodyPr rtlCol="0">
            <a:normAutofit/>
          </a:bodyPr>
          <a:lstStyle/>
          <a:p>
            <a:pPr algn="just"/>
            <a:r>
              <a:rPr lang="tr-TR" dirty="0" err="1"/>
              <a:t>Lightness</a:t>
            </a:r>
            <a:r>
              <a:rPr lang="tr-TR" dirty="0"/>
              <a:t>: </a:t>
            </a:r>
            <a:r>
              <a:rPr lang="tr-TR" dirty="0" err="1"/>
              <a:t>Lightness</a:t>
            </a:r>
            <a:r>
              <a:rPr lang="tr-TR" dirty="0"/>
              <a:t>, renklerin ne kadar parlak olduğunu ifade eder. Parlaklık arttıkça renk daha açık ve hafif hale gelir. 0-100% arasında ölçülür. 0% tamamen siyah, 100% ise tamamen beyaz.</a:t>
            </a:r>
          </a:p>
          <a:p>
            <a:pPr algn="just"/>
            <a:endParaRPr lang="tr-TR" dirty="0"/>
          </a:p>
          <a:p>
            <a:pPr algn="just"/>
            <a:endParaRPr lang="tr-TR" dirty="0"/>
          </a:p>
          <a:p>
            <a:pPr algn="just"/>
            <a:endParaRPr lang="tr-TR" dirty="0"/>
          </a:p>
        </p:txBody>
      </p:sp>
      <p:pic>
        <p:nvPicPr>
          <p:cNvPr id="7170" name="Picture 2" descr="HSL ve HSV - Vikiped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6000" y="3694536"/>
            <a:ext cx="3840000" cy="28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3331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sp>
        <p:nvSpPr>
          <p:cNvPr id="3" name="İçerik Yer Tutucusu 2"/>
          <p:cNvSpPr>
            <a:spLocks noGrp="1"/>
          </p:cNvSpPr>
          <p:nvPr>
            <p:ph idx="1"/>
          </p:nvPr>
        </p:nvSpPr>
        <p:spPr/>
        <p:txBody>
          <a:bodyPr rtlCol="0">
            <a:normAutofit/>
          </a:bodyPr>
          <a:lstStyle/>
          <a:p>
            <a:pPr algn="just"/>
            <a:r>
              <a:rPr lang="tr-TR" b="1" dirty="0" err="1"/>
              <a:t>Frame</a:t>
            </a:r>
            <a:r>
              <a:rPr lang="tr-TR" b="1" dirty="0"/>
              <a:t>(Kare): </a:t>
            </a:r>
            <a:r>
              <a:rPr lang="tr-TR" dirty="0"/>
              <a:t>Animasyon veya video için, bir </a:t>
            </a:r>
            <a:r>
              <a:rPr lang="tr-TR" dirty="0" err="1"/>
              <a:t>frame</a:t>
            </a:r>
            <a:r>
              <a:rPr lang="tr-TR" dirty="0"/>
              <a:t> tek bir görüntü veya karedir. Animasyon, bir dizi </a:t>
            </a:r>
            <a:r>
              <a:rPr lang="tr-TR" dirty="0" err="1"/>
              <a:t>frame'in</a:t>
            </a:r>
            <a:r>
              <a:rPr lang="tr-TR" dirty="0"/>
              <a:t> hızlı bir şekilde sıralanmasıyla oluşur. 24 FPS (</a:t>
            </a:r>
            <a:r>
              <a:rPr lang="tr-TR" dirty="0" err="1"/>
              <a:t>Frame</a:t>
            </a:r>
            <a:r>
              <a:rPr lang="tr-TR" dirty="0"/>
              <a:t> Per Second) bir animasyonda, saniyede 24 farklı </a:t>
            </a:r>
            <a:r>
              <a:rPr lang="tr-TR" dirty="0" err="1"/>
              <a:t>frame</a:t>
            </a:r>
            <a:r>
              <a:rPr lang="tr-TR" dirty="0"/>
              <a:t> gösterilir.</a:t>
            </a:r>
          </a:p>
          <a:p>
            <a:pPr algn="just"/>
            <a:r>
              <a:rPr lang="tr-TR" b="1" dirty="0"/>
              <a:t>FPS(</a:t>
            </a:r>
            <a:r>
              <a:rPr lang="tr-TR" b="1" dirty="0" err="1"/>
              <a:t>Frame</a:t>
            </a:r>
            <a:r>
              <a:rPr lang="tr-TR" b="1" dirty="0"/>
              <a:t> Per Second): </a:t>
            </a:r>
            <a:r>
              <a:rPr lang="tr-TR" dirty="0"/>
              <a:t>FPS, saniyede gösterilen </a:t>
            </a:r>
            <a:r>
              <a:rPr lang="tr-TR" dirty="0" err="1"/>
              <a:t>frame</a:t>
            </a:r>
            <a:r>
              <a:rPr lang="tr-TR" dirty="0"/>
              <a:t> sayısını ifade eder. Bu, animasyonun veya videonun akıcılığını belirler. 24 FPS, 30 FPS, 60 FPS gibi değerler kullanılır.</a:t>
            </a:r>
          </a:p>
          <a:p>
            <a:pPr algn="just"/>
            <a:endParaRPr lang="tr-TR" dirty="0"/>
          </a:p>
          <a:p>
            <a:pPr algn="just"/>
            <a:endParaRPr lang="tr-TR" dirty="0"/>
          </a:p>
        </p:txBody>
      </p:sp>
    </p:spTree>
    <p:extLst>
      <p:ext uri="{BB962C8B-B14F-4D97-AF65-F5344CB8AC3E}">
        <p14:creationId xmlns:p14="http://schemas.microsoft.com/office/powerpoint/2010/main" val="833371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sp>
        <p:nvSpPr>
          <p:cNvPr id="3" name="İçerik Yer Tutucusu 2"/>
          <p:cNvSpPr>
            <a:spLocks noGrp="1"/>
          </p:cNvSpPr>
          <p:nvPr>
            <p:ph idx="1"/>
          </p:nvPr>
        </p:nvSpPr>
        <p:spPr/>
        <p:txBody>
          <a:bodyPr rtlCol="0">
            <a:normAutofit/>
          </a:bodyPr>
          <a:lstStyle/>
          <a:p>
            <a:pPr algn="just"/>
            <a:endParaRPr lang="tr-TR" dirty="0"/>
          </a:p>
          <a:p>
            <a:pPr algn="just"/>
            <a:endParaRPr lang="tr-TR" dirty="0"/>
          </a:p>
        </p:txBody>
      </p:sp>
      <p:pic>
        <p:nvPicPr>
          <p:cNvPr id="21506" name="Picture 2" descr="Robot 78: Happy Dance Animated GIF Robot | TIM"/>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375558" y="2611980"/>
            <a:ext cx="3440884"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1253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sp>
        <p:nvSpPr>
          <p:cNvPr id="3" name="İçerik Yer Tutucusu 2"/>
          <p:cNvSpPr>
            <a:spLocks noGrp="1"/>
          </p:cNvSpPr>
          <p:nvPr>
            <p:ph idx="1"/>
          </p:nvPr>
        </p:nvSpPr>
        <p:spPr/>
        <p:txBody>
          <a:bodyPr rtlCol="0">
            <a:normAutofit/>
          </a:bodyPr>
          <a:lstStyle/>
          <a:p>
            <a:pPr algn="just"/>
            <a:endParaRPr lang="tr-TR" dirty="0"/>
          </a:p>
          <a:p>
            <a:pPr algn="just"/>
            <a:endParaRPr lang="tr-TR" dirty="0"/>
          </a:p>
        </p:txBody>
      </p:sp>
      <p:pic>
        <p:nvPicPr>
          <p:cNvPr id="9218" name="Picture 2" descr="Frame Rates | Blog | JP Video Productions"/>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924175" y="2249424"/>
            <a:ext cx="6343650" cy="3562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6186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sp>
        <p:nvSpPr>
          <p:cNvPr id="3" name="İçerik Yer Tutucusu 2"/>
          <p:cNvSpPr>
            <a:spLocks noGrp="1"/>
          </p:cNvSpPr>
          <p:nvPr>
            <p:ph idx="1"/>
          </p:nvPr>
        </p:nvSpPr>
        <p:spPr/>
        <p:txBody>
          <a:bodyPr rtlCol="0">
            <a:normAutofit lnSpcReduction="10000"/>
          </a:bodyPr>
          <a:lstStyle/>
          <a:p>
            <a:pPr algn="just"/>
            <a:r>
              <a:rPr lang="tr-TR" b="1" dirty="0" err="1"/>
              <a:t>Keyframe</a:t>
            </a:r>
            <a:r>
              <a:rPr lang="tr-TR" b="1" dirty="0"/>
              <a:t>(Ana Kare): </a:t>
            </a:r>
            <a:r>
              <a:rPr lang="tr-TR" dirty="0" err="1"/>
              <a:t>Keyframe</a:t>
            </a:r>
            <a:r>
              <a:rPr lang="tr-TR" dirty="0"/>
              <a:t>, animasyonun belirli bir noktasında önemli bir pozisyonu veya durumu temsil eder. Diğer </a:t>
            </a:r>
            <a:r>
              <a:rPr lang="tr-TR" dirty="0" err="1"/>
              <a:t>frame'ler</a:t>
            </a:r>
            <a:r>
              <a:rPr lang="tr-TR" dirty="0"/>
              <a:t>, bu </a:t>
            </a:r>
            <a:r>
              <a:rPr lang="tr-TR" dirty="0" err="1"/>
              <a:t>keyframe'ler</a:t>
            </a:r>
            <a:r>
              <a:rPr lang="tr-TR" dirty="0"/>
              <a:t> arasında </a:t>
            </a:r>
            <a:r>
              <a:rPr lang="tr-TR" dirty="0" err="1"/>
              <a:t>enterpolasyon</a:t>
            </a:r>
            <a:r>
              <a:rPr lang="tr-TR" dirty="0"/>
              <a:t> yapılarak oluşturulur. Bir nesnenin hareket animasyonunda, başlangıç ve bitiş noktaları </a:t>
            </a:r>
            <a:r>
              <a:rPr lang="tr-TR" dirty="0" err="1"/>
              <a:t>keyframe</a:t>
            </a:r>
            <a:r>
              <a:rPr lang="tr-TR" dirty="0"/>
              <a:t> olarak belirlenir.</a:t>
            </a:r>
          </a:p>
          <a:p>
            <a:pPr algn="just"/>
            <a:r>
              <a:rPr lang="tr-TR" b="1" dirty="0" err="1"/>
              <a:t>Enterpolasyon</a:t>
            </a:r>
            <a:r>
              <a:rPr lang="tr-TR" b="1" dirty="0"/>
              <a:t>(</a:t>
            </a:r>
            <a:r>
              <a:rPr lang="tr-TR" b="1" dirty="0" err="1"/>
              <a:t>Interpolation</a:t>
            </a:r>
            <a:r>
              <a:rPr lang="tr-TR" b="1" dirty="0"/>
              <a:t>): </a:t>
            </a:r>
            <a:r>
              <a:rPr lang="tr-TR" dirty="0" err="1"/>
              <a:t>Enterpolasyon</a:t>
            </a:r>
            <a:r>
              <a:rPr lang="tr-TR" dirty="0"/>
              <a:t>, iki </a:t>
            </a:r>
            <a:r>
              <a:rPr lang="tr-TR" dirty="0" err="1"/>
              <a:t>keyframe</a:t>
            </a:r>
            <a:r>
              <a:rPr lang="tr-TR" dirty="0"/>
              <a:t> arasındaki </a:t>
            </a:r>
            <a:r>
              <a:rPr lang="tr-TR" dirty="0" err="1"/>
              <a:t>frame'lerin</a:t>
            </a:r>
            <a:r>
              <a:rPr lang="tr-TR" dirty="0"/>
              <a:t> otomatik olarak oluşturulması sürecidir. Bu, animasyonun daha hızlı ve verimli bir şekilde oluşturulmasını sağlar. Bir nesnenin yavaşça hareket etmesi, iki </a:t>
            </a:r>
            <a:r>
              <a:rPr lang="tr-TR" dirty="0" err="1"/>
              <a:t>keyframe</a:t>
            </a:r>
            <a:r>
              <a:rPr lang="tr-TR" dirty="0"/>
              <a:t> arasında yumuşak bir geçişle sağlanır.</a:t>
            </a:r>
          </a:p>
          <a:p>
            <a:pPr algn="just"/>
            <a:endParaRPr lang="tr-TR" dirty="0"/>
          </a:p>
          <a:p>
            <a:pPr algn="just"/>
            <a:endParaRPr lang="tr-TR" dirty="0"/>
          </a:p>
          <a:p>
            <a:pPr algn="just"/>
            <a:endParaRPr lang="tr-TR" dirty="0"/>
          </a:p>
        </p:txBody>
      </p:sp>
    </p:spTree>
    <p:extLst>
      <p:ext uri="{BB962C8B-B14F-4D97-AF65-F5344CB8AC3E}">
        <p14:creationId xmlns:p14="http://schemas.microsoft.com/office/powerpoint/2010/main" val="1858746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sp>
        <p:nvSpPr>
          <p:cNvPr id="3" name="İçerik Yer Tutucusu 2"/>
          <p:cNvSpPr>
            <a:spLocks noGrp="1"/>
          </p:cNvSpPr>
          <p:nvPr>
            <p:ph idx="1"/>
          </p:nvPr>
        </p:nvSpPr>
        <p:spPr/>
        <p:txBody>
          <a:bodyPr rtlCol="0">
            <a:normAutofit/>
          </a:bodyPr>
          <a:lstStyle/>
          <a:p>
            <a:pPr algn="just"/>
            <a:r>
              <a:rPr lang="tr-TR" b="1" dirty="0"/>
              <a:t>3D Modelleme(3D </a:t>
            </a:r>
            <a:r>
              <a:rPr lang="tr-TR" b="1" dirty="0" err="1"/>
              <a:t>Modelling</a:t>
            </a:r>
            <a:r>
              <a:rPr lang="tr-TR" b="1" dirty="0"/>
              <a:t>): </a:t>
            </a:r>
            <a:r>
              <a:rPr lang="tr-TR" dirty="0"/>
              <a:t>3D modelleme, üç boyutlu bir nesnenin bilgisayar ortamında oluşturulması sürecidir. Bu, animasyon, oyun geliştirme veya sanal gerçeklik gibi alanlarda kullanılır. Blender, Maya veya 3ds </a:t>
            </a:r>
            <a:r>
              <a:rPr lang="tr-TR" dirty="0" err="1"/>
              <a:t>Max</a:t>
            </a:r>
            <a:r>
              <a:rPr lang="tr-TR" dirty="0"/>
              <a:t> gibi yazılımlarla 3D modeller oluşturulabilir.</a:t>
            </a:r>
          </a:p>
          <a:p>
            <a:pPr algn="just"/>
            <a:endParaRPr lang="tr-TR" dirty="0"/>
          </a:p>
          <a:p>
            <a:pPr algn="just"/>
            <a:endParaRPr lang="tr-TR" dirty="0"/>
          </a:p>
          <a:p>
            <a:pPr algn="just"/>
            <a:endParaRPr lang="tr-TR" dirty="0"/>
          </a:p>
          <a:p>
            <a:pPr algn="just"/>
            <a:endParaRPr lang="tr-TR" dirty="0"/>
          </a:p>
        </p:txBody>
      </p:sp>
    </p:spTree>
    <p:extLst>
      <p:ext uri="{BB962C8B-B14F-4D97-AF65-F5344CB8AC3E}">
        <p14:creationId xmlns:p14="http://schemas.microsoft.com/office/powerpoint/2010/main" val="545874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sp>
        <p:nvSpPr>
          <p:cNvPr id="3" name="İçerik Yer Tutucusu 2"/>
          <p:cNvSpPr>
            <a:spLocks noGrp="1"/>
          </p:cNvSpPr>
          <p:nvPr>
            <p:ph idx="1"/>
          </p:nvPr>
        </p:nvSpPr>
        <p:spPr/>
        <p:txBody>
          <a:bodyPr rtlCol="0">
            <a:normAutofit/>
          </a:bodyPr>
          <a:lstStyle/>
          <a:p>
            <a:pPr algn="just"/>
            <a:endParaRPr lang="tr-TR" dirty="0"/>
          </a:p>
          <a:p>
            <a:pPr algn="just"/>
            <a:endParaRPr lang="tr-TR" dirty="0"/>
          </a:p>
          <a:p>
            <a:pPr algn="just"/>
            <a:endParaRPr lang="tr-TR" dirty="0"/>
          </a:p>
          <a:p>
            <a:pPr algn="just"/>
            <a:endParaRPr lang="tr-TR" dirty="0"/>
          </a:p>
        </p:txBody>
      </p:sp>
      <p:pic>
        <p:nvPicPr>
          <p:cNvPr id="13314" name="Picture 2" descr="What is 3D Modeling in Animation Production? | Dream Farm Studio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2599" y="2611980"/>
            <a:ext cx="6826801"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6104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sp>
        <p:nvSpPr>
          <p:cNvPr id="3" name="İçerik Yer Tutucusu 2"/>
          <p:cNvSpPr>
            <a:spLocks noGrp="1"/>
          </p:cNvSpPr>
          <p:nvPr>
            <p:ph idx="1"/>
          </p:nvPr>
        </p:nvSpPr>
        <p:spPr/>
        <p:txBody>
          <a:bodyPr rtlCol="0">
            <a:normAutofit/>
          </a:bodyPr>
          <a:lstStyle/>
          <a:p>
            <a:pPr algn="just"/>
            <a:r>
              <a:rPr lang="tr-TR" b="1" dirty="0"/>
              <a:t>Doku Eşleme(</a:t>
            </a:r>
            <a:r>
              <a:rPr lang="tr-TR" b="1" dirty="0" err="1"/>
              <a:t>Texture</a:t>
            </a:r>
            <a:r>
              <a:rPr lang="tr-TR" b="1" dirty="0"/>
              <a:t> </a:t>
            </a:r>
            <a:r>
              <a:rPr lang="tr-TR" b="1" dirty="0" err="1"/>
              <a:t>Mapping</a:t>
            </a:r>
            <a:r>
              <a:rPr lang="tr-TR" b="1" dirty="0"/>
              <a:t>): </a:t>
            </a:r>
            <a:r>
              <a:rPr lang="tr-TR" dirty="0" err="1"/>
              <a:t>Texture</a:t>
            </a:r>
            <a:r>
              <a:rPr lang="tr-TR" dirty="0"/>
              <a:t> </a:t>
            </a:r>
            <a:r>
              <a:rPr lang="tr-TR" dirty="0" err="1"/>
              <a:t>mapping</a:t>
            </a:r>
            <a:r>
              <a:rPr lang="tr-TR" dirty="0"/>
              <a:t>, 3D modellerin yüzeylerine dokuların (resimlerin) uygulanması sürecidir. Bu, modellere daha gerçekçi bir görünüm kazandırır. Bir duvar modeline tuğla dokusu uygulamak.</a:t>
            </a:r>
          </a:p>
          <a:p>
            <a:pPr algn="just"/>
            <a:r>
              <a:rPr lang="tr-TR" b="1" dirty="0" err="1"/>
              <a:t>Render</a:t>
            </a:r>
            <a:r>
              <a:rPr lang="tr-TR" b="1" dirty="0"/>
              <a:t>(</a:t>
            </a:r>
            <a:r>
              <a:rPr lang="tr-TR" b="1" dirty="0" err="1"/>
              <a:t>Rendering</a:t>
            </a:r>
            <a:r>
              <a:rPr lang="tr-TR" b="1" dirty="0"/>
              <a:t>): </a:t>
            </a:r>
            <a:r>
              <a:rPr lang="tr-TR" dirty="0" err="1"/>
              <a:t>Rendering</a:t>
            </a:r>
            <a:r>
              <a:rPr lang="tr-TR" dirty="0"/>
              <a:t>, 3D modellerin ve animasyonların son görüntüsünün oluşturulması sürecidir. Bu, ışıklandırma, gölgeleme ve diğer efektlerin hesaplanmasını içerir. Blender veya V-Ray gibi yazılımlarla </a:t>
            </a:r>
            <a:r>
              <a:rPr lang="tr-TR" dirty="0" err="1"/>
              <a:t>rendering</a:t>
            </a:r>
            <a:r>
              <a:rPr lang="tr-TR" dirty="0"/>
              <a:t> işlemi yapılır.</a:t>
            </a:r>
          </a:p>
          <a:p>
            <a:pPr algn="just"/>
            <a:endParaRPr lang="tr-TR" dirty="0"/>
          </a:p>
          <a:p>
            <a:pPr algn="just"/>
            <a:endParaRPr lang="tr-TR" dirty="0"/>
          </a:p>
        </p:txBody>
      </p:sp>
    </p:spTree>
    <p:extLst>
      <p:ext uri="{BB962C8B-B14F-4D97-AF65-F5344CB8AC3E}">
        <p14:creationId xmlns:p14="http://schemas.microsoft.com/office/powerpoint/2010/main" val="2028731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sp>
        <p:nvSpPr>
          <p:cNvPr id="3" name="İçerik Yer Tutucusu 2"/>
          <p:cNvSpPr>
            <a:spLocks noGrp="1"/>
          </p:cNvSpPr>
          <p:nvPr>
            <p:ph idx="1"/>
          </p:nvPr>
        </p:nvSpPr>
        <p:spPr/>
        <p:txBody>
          <a:bodyPr rtlCol="0">
            <a:normAutofit/>
          </a:bodyPr>
          <a:lstStyle/>
          <a:p>
            <a:pPr algn="just"/>
            <a:endParaRPr lang="tr-TR" dirty="0"/>
          </a:p>
          <a:p>
            <a:pPr algn="just"/>
            <a:endParaRPr lang="tr-TR" dirty="0"/>
          </a:p>
        </p:txBody>
      </p:sp>
      <p:pic>
        <p:nvPicPr>
          <p:cNvPr id="14338" name="Picture 2" descr="15.700+ Grass Texture Seamless Stock İllüstrasyonlar, Royalty-Free Vektör  Grafik ve Clip Art - iStoc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249424"/>
            <a:ext cx="3599999" cy="3600000"/>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Fine Wood Floor Texture: Background Images &amp; Pictur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2400" y="2249424"/>
            <a:ext cx="7200000"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4072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sp>
        <p:nvSpPr>
          <p:cNvPr id="3" name="İçerik Yer Tutucusu 2"/>
          <p:cNvSpPr>
            <a:spLocks noGrp="1"/>
          </p:cNvSpPr>
          <p:nvPr>
            <p:ph idx="1"/>
          </p:nvPr>
        </p:nvSpPr>
        <p:spPr/>
        <p:txBody>
          <a:bodyPr rtlCol="0">
            <a:normAutofit/>
          </a:bodyPr>
          <a:lstStyle/>
          <a:p>
            <a:pPr algn="just"/>
            <a:r>
              <a:rPr lang="tr-TR" b="1" dirty="0"/>
              <a:t>Gölgelendirme(</a:t>
            </a:r>
            <a:r>
              <a:rPr lang="tr-TR" b="1" dirty="0" err="1"/>
              <a:t>Shading</a:t>
            </a:r>
            <a:r>
              <a:rPr lang="tr-TR" b="1" dirty="0"/>
              <a:t>): </a:t>
            </a:r>
            <a:r>
              <a:rPr lang="tr-TR" dirty="0" err="1"/>
              <a:t>Shading</a:t>
            </a:r>
            <a:r>
              <a:rPr lang="tr-TR" dirty="0"/>
              <a:t>, 3D modellerin yüzeylerine ışık ve gölge efektlerinin uygulanması sürecidir. Bu, modellere hacim ve derinlik kazandırır. </a:t>
            </a:r>
            <a:r>
              <a:rPr lang="tr-TR" dirty="0" err="1"/>
              <a:t>Phong</a:t>
            </a:r>
            <a:r>
              <a:rPr lang="tr-TR" dirty="0"/>
              <a:t> </a:t>
            </a:r>
            <a:r>
              <a:rPr lang="tr-TR" dirty="0" err="1"/>
              <a:t>shading</a:t>
            </a:r>
            <a:r>
              <a:rPr lang="tr-TR" dirty="0"/>
              <a:t>, </a:t>
            </a:r>
            <a:r>
              <a:rPr lang="tr-TR" dirty="0" err="1"/>
              <a:t>Gouraud</a:t>
            </a:r>
            <a:r>
              <a:rPr lang="tr-TR" dirty="0"/>
              <a:t> </a:t>
            </a:r>
            <a:r>
              <a:rPr lang="tr-TR" dirty="0" err="1"/>
              <a:t>shading</a:t>
            </a:r>
            <a:r>
              <a:rPr lang="tr-TR" dirty="0"/>
              <a:t> veya PBR (</a:t>
            </a:r>
            <a:r>
              <a:rPr lang="tr-TR" dirty="0" err="1"/>
              <a:t>Physically</a:t>
            </a:r>
            <a:r>
              <a:rPr lang="tr-TR" dirty="0"/>
              <a:t> </a:t>
            </a:r>
            <a:r>
              <a:rPr lang="tr-TR" dirty="0" err="1"/>
              <a:t>Based</a:t>
            </a:r>
            <a:r>
              <a:rPr lang="tr-TR" dirty="0"/>
              <a:t> </a:t>
            </a:r>
            <a:r>
              <a:rPr lang="tr-TR" dirty="0" err="1"/>
              <a:t>Rendering</a:t>
            </a:r>
            <a:r>
              <a:rPr lang="tr-TR" dirty="0"/>
              <a:t>) gibi teknikler kullanılır.</a:t>
            </a:r>
          </a:p>
          <a:p>
            <a:pPr algn="just"/>
            <a:endParaRPr lang="tr-TR" dirty="0"/>
          </a:p>
          <a:p>
            <a:pPr algn="just"/>
            <a:endParaRPr lang="tr-TR" dirty="0"/>
          </a:p>
        </p:txBody>
      </p:sp>
      <p:pic>
        <p:nvPicPr>
          <p:cNvPr id="16388" name="Picture 4" descr="Definition of Gouraud shading | PCMa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75" y="4144708"/>
            <a:ext cx="4286250" cy="1552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4098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sp>
        <p:nvSpPr>
          <p:cNvPr id="3" name="İçerik Yer Tutucusu 2"/>
          <p:cNvSpPr>
            <a:spLocks noGrp="1"/>
          </p:cNvSpPr>
          <p:nvPr>
            <p:ph idx="1"/>
          </p:nvPr>
        </p:nvSpPr>
        <p:spPr/>
        <p:txBody>
          <a:bodyPr rtlCol="0">
            <a:normAutofit/>
          </a:bodyPr>
          <a:lstStyle/>
          <a:p>
            <a:pPr algn="just"/>
            <a:endParaRPr lang="tr-TR" dirty="0"/>
          </a:p>
          <a:p>
            <a:pPr algn="just"/>
            <a:endParaRPr lang="tr-TR" dirty="0"/>
          </a:p>
        </p:txBody>
      </p:sp>
      <p:pic>
        <p:nvPicPr>
          <p:cNvPr id="17410" name="Picture 2" descr="Physically based rendering - Wolfire Games Blo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4948" y="2611980"/>
            <a:ext cx="6442104"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6985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sp>
        <p:nvSpPr>
          <p:cNvPr id="3" name="İçerik Yer Tutucusu 2"/>
          <p:cNvSpPr>
            <a:spLocks noGrp="1"/>
          </p:cNvSpPr>
          <p:nvPr>
            <p:ph idx="1"/>
          </p:nvPr>
        </p:nvSpPr>
        <p:spPr/>
        <p:txBody>
          <a:bodyPr rtlCol="0">
            <a:normAutofit/>
          </a:bodyPr>
          <a:lstStyle/>
          <a:p>
            <a:pPr algn="just"/>
            <a:r>
              <a:rPr lang="tr-TR" b="1" dirty="0"/>
              <a:t>Hareket Yakalama(Motion </a:t>
            </a:r>
            <a:r>
              <a:rPr lang="tr-TR" b="1" dirty="0" err="1"/>
              <a:t>Capture</a:t>
            </a:r>
            <a:r>
              <a:rPr lang="tr-TR" b="1" dirty="0"/>
              <a:t>): </a:t>
            </a:r>
            <a:r>
              <a:rPr lang="tr-TR" dirty="0"/>
              <a:t>Motion </a:t>
            </a:r>
            <a:r>
              <a:rPr lang="tr-TR" dirty="0" err="1"/>
              <a:t>capture</a:t>
            </a:r>
            <a:r>
              <a:rPr lang="tr-TR" dirty="0"/>
              <a:t>, gerçek dünyada kişilerin veya nesnelerin hareketlerini 3D ortamda taklit etmek için kullanılan bir tekniktir. Oyunlarda veya film animasyonlarında karakterlerin gerçekçi hareketlerini yakalamak için kullanılır.</a:t>
            </a:r>
          </a:p>
          <a:p>
            <a:pPr algn="just"/>
            <a:endParaRPr lang="tr-TR" dirty="0"/>
          </a:p>
          <a:p>
            <a:pPr algn="just"/>
            <a:endParaRPr lang="tr-TR" dirty="0"/>
          </a:p>
        </p:txBody>
      </p:sp>
    </p:spTree>
    <p:extLst>
      <p:ext uri="{BB962C8B-B14F-4D97-AF65-F5344CB8AC3E}">
        <p14:creationId xmlns:p14="http://schemas.microsoft.com/office/powerpoint/2010/main" val="3705470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sp>
        <p:nvSpPr>
          <p:cNvPr id="3" name="İçerik Yer Tutucusu 2"/>
          <p:cNvSpPr>
            <a:spLocks noGrp="1"/>
          </p:cNvSpPr>
          <p:nvPr>
            <p:ph idx="1"/>
          </p:nvPr>
        </p:nvSpPr>
        <p:spPr/>
        <p:txBody>
          <a:bodyPr rtlCol="0">
            <a:normAutofit/>
          </a:bodyPr>
          <a:lstStyle/>
          <a:p>
            <a:pPr algn="just"/>
            <a:endParaRPr lang="tr-TR" dirty="0"/>
          </a:p>
          <a:p>
            <a:pPr algn="just"/>
            <a:endParaRPr lang="tr-TR" dirty="0"/>
          </a:p>
        </p:txBody>
      </p:sp>
      <p:pic>
        <p:nvPicPr>
          <p:cNvPr id="18434" name="Picture 2" descr="Avatar: Motion Capture Mirrors Emotions animated 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896001" y="2249424"/>
            <a:ext cx="6399998"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5283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TEMEL KAVRAMLAR</a:t>
            </a:r>
          </a:p>
        </p:txBody>
      </p:sp>
      <p:sp>
        <p:nvSpPr>
          <p:cNvPr id="3" name="İçerik Yer Tutucusu 2"/>
          <p:cNvSpPr>
            <a:spLocks noGrp="1"/>
          </p:cNvSpPr>
          <p:nvPr>
            <p:ph idx="1"/>
          </p:nvPr>
        </p:nvSpPr>
        <p:spPr/>
        <p:txBody>
          <a:bodyPr rtlCol="0">
            <a:normAutofit/>
          </a:bodyPr>
          <a:lstStyle/>
          <a:p>
            <a:pPr algn="just"/>
            <a:endParaRPr lang="tr-TR" dirty="0"/>
          </a:p>
          <a:p>
            <a:pPr algn="just"/>
            <a:endParaRPr lang="tr-TR" dirty="0"/>
          </a:p>
        </p:txBody>
      </p:sp>
      <p:pic>
        <p:nvPicPr>
          <p:cNvPr id="20482" name="Picture 2" descr="Avatar: Motion Capture Mirrors Emotions on Make a 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881716" y="2611980"/>
            <a:ext cx="6428568"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65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ğitim sunusu">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Office_16225310_TF03460604" id="{F6EFC989-8B6A-426D-8CC8-42909735A4A0}" vid="{6F0D95CE-7106-4C3E-8D98-EE1220DA24E4}"/>
    </a:ext>
  </a:extLst>
</a:theme>
</file>

<file path=ppt/theme/theme2.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Eğitim sunusu</Template>
  <TotalTime>1394</TotalTime>
  <Words>1532</Words>
  <Application>Microsoft Office PowerPoint</Application>
  <PresentationFormat>Geniş ekran</PresentationFormat>
  <Paragraphs>105</Paragraphs>
  <Slides>21</Slides>
  <Notes>21</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21</vt:i4>
      </vt:variant>
    </vt:vector>
  </HeadingPairs>
  <TitlesOfParts>
    <vt:vector size="26" baseType="lpstr">
      <vt:lpstr>Arial</vt:lpstr>
      <vt:lpstr>Calibri</vt:lpstr>
      <vt:lpstr>Georgia</vt:lpstr>
      <vt:lpstr>Wingdings 2</vt:lpstr>
      <vt:lpstr>Eğitim sunusu</vt:lpstr>
      <vt:lpstr>Grafik ve Animasyon</vt:lpstr>
      <vt:lpstr>TEMEL KAVRAMLAR</vt:lpstr>
      <vt:lpstr>TEMEL KAVRAMLAR</vt:lpstr>
      <vt:lpstr>TEMEL KAVRAMLAR</vt:lpstr>
      <vt:lpstr>TEMEL KAVRAMLAR</vt:lpstr>
      <vt:lpstr>TEMEL KAVRAMLAR</vt:lpstr>
      <vt:lpstr>TEMEL KAVRAMLAR</vt:lpstr>
      <vt:lpstr>TEMEL KAVRAMLAR</vt:lpstr>
      <vt:lpstr>TEMEL KAVRAMLAR</vt:lpstr>
      <vt:lpstr>TEMEL KAVRAMLAR</vt:lpstr>
      <vt:lpstr>TEMEL KAVRAMLAR</vt:lpstr>
      <vt:lpstr>TEMEL KAVRAMLAR</vt:lpstr>
      <vt:lpstr>TEMEL KAVRAMLAR</vt:lpstr>
      <vt:lpstr>TEMEL KAVRAMLAR</vt:lpstr>
      <vt:lpstr>TEMEL KAVRAMLAR</vt:lpstr>
      <vt:lpstr>TEMEL KAVRAMLAR</vt:lpstr>
      <vt:lpstr>TEMEL KAVRAMLAR</vt:lpstr>
      <vt:lpstr>TEMEL KAVRAMLAR</vt:lpstr>
      <vt:lpstr>TEMEL KAVRAMLAR</vt:lpstr>
      <vt:lpstr>TEMEL KAVRAMLAR</vt:lpstr>
      <vt:lpstr>TEMEL KAVRAMLAR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Ağ ve Bilişim Güvenliği</dc:title>
  <dc:creator>ZaferS</dc:creator>
  <cp:lastModifiedBy>ZaferS</cp:lastModifiedBy>
  <cp:revision>233</cp:revision>
  <dcterms:created xsi:type="dcterms:W3CDTF">2023-12-09T09:03:26Z</dcterms:created>
  <dcterms:modified xsi:type="dcterms:W3CDTF">2026-10-10T19:15:57Z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